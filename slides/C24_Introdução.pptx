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revisionInfo.xml" ContentType="application/vnd.ms-powerpoint.revisioninfo+xml"/>
  <Override PartName="/ppt/changesInfos/changesInfo1.xml" ContentType="application/vnd.ms-powerpoint.changesinfo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3"/>
  </p:notesMasterIdLst>
  <p:handoutMasterIdLst>
    <p:handoutMasterId r:id="rId14"/>
  </p:handoutMasterIdLst>
  <p:sldIdLst>
    <p:sldId id="256" r:id="rId2"/>
    <p:sldId id="307" r:id="rId3"/>
    <p:sldId id="308" r:id="rId4"/>
    <p:sldId id="309" r:id="rId5"/>
    <p:sldId id="310" r:id="rId6"/>
    <p:sldId id="311" r:id="rId7"/>
    <p:sldId id="312" r:id="rId8"/>
    <p:sldId id="313" r:id="rId9"/>
    <p:sldId id="293" r:id="rId10"/>
    <p:sldId id="314" r:id="rId11"/>
    <p:sldId id="306" r:id="rId12"/>
  </p:sldIdLst>
  <p:sldSz cx="12192000" cy="6858000"/>
  <p:notesSz cx="7315200" cy="96012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F1F5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3FCA41B-7398-400B-83DC-FDE8722EB923}" v="79" dt="2020-02-09T01:28:39.66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078" autoAdjust="0"/>
    <p:restoredTop sz="79540" autoAdjust="0"/>
  </p:normalViewPr>
  <p:slideViewPr>
    <p:cSldViewPr snapToGrid="0">
      <p:cViewPr varScale="1">
        <p:scale>
          <a:sx n="58" d="100"/>
          <a:sy n="58" d="100"/>
        </p:scale>
        <p:origin x="1380" y="72"/>
      </p:cViewPr>
      <p:guideLst/>
    </p:cSldViewPr>
  </p:slideViewPr>
  <p:outlineViewPr>
    <p:cViewPr>
      <p:scale>
        <a:sx n="33" d="100"/>
        <a:sy n="33" d="100"/>
      </p:scale>
      <p:origin x="0" y="-8862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20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handoutMaster" Target="handoutMasters/handoutMaster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elipe Augusto Pereira de Figueiredo" userId="e1771b70d906f94b" providerId="Windows Live" clId="Web-{B3FCA41B-7398-400B-83DC-FDE8722EB923}"/>
    <pc:docChg chg="modSld">
      <pc:chgData name="Felipe Augusto Pereira de Figueiredo" userId="e1771b70d906f94b" providerId="Windows Live" clId="Web-{B3FCA41B-7398-400B-83DC-FDE8722EB923}" dt="2020-02-09T01:40:38.055" v="257"/>
      <pc:docMkLst>
        <pc:docMk/>
      </pc:docMkLst>
      <pc:sldChg chg="modSp modNotes">
        <pc:chgData name="Felipe Augusto Pereira de Figueiredo" userId="e1771b70d906f94b" providerId="Windows Live" clId="Web-{B3FCA41B-7398-400B-83DC-FDE8722EB923}" dt="2020-02-09T01:26:20.191" v="45"/>
        <pc:sldMkLst>
          <pc:docMk/>
          <pc:sldMk cId="636059476" sldId="259"/>
        </pc:sldMkLst>
        <pc:spChg chg="mod">
          <ac:chgData name="Felipe Augusto Pereira de Figueiredo" userId="e1771b70d906f94b" providerId="Windows Live" clId="Web-{B3FCA41B-7398-400B-83DC-FDE8722EB923}" dt="2020-02-09T01:22:23.081" v="18" actId="1076"/>
          <ac:spMkLst>
            <pc:docMk/>
            <pc:sldMk cId="636059476" sldId="259"/>
            <ac:spMk id="3" creationId="{979D29AC-E01B-406F-AC75-55866B75A7CC}"/>
          </ac:spMkLst>
        </pc:spChg>
      </pc:sldChg>
      <pc:sldChg chg="modNotes">
        <pc:chgData name="Felipe Augusto Pereira de Figueiredo" userId="e1771b70d906f94b" providerId="Windows Live" clId="Web-{B3FCA41B-7398-400B-83DC-FDE8722EB923}" dt="2020-02-09T01:21:46.721" v="16"/>
        <pc:sldMkLst>
          <pc:docMk/>
          <pc:sldMk cId="248504461" sldId="267"/>
        </pc:sldMkLst>
      </pc:sldChg>
      <pc:sldChg chg="modSp modNotes">
        <pc:chgData name="Felipe Augusto Pereira de Figueiredo" userId="e1771b70d906f94b" providerId="Windows Live" clId="Web-{B3FCA41B-7398-400B-83DC-FDE8722EB923}" dt="2020-02-09T01:40:38.055" v="257"/>
        <pc:sldMkLst>
          <pc:docMk/>
          <pc:sldMk cId="2076219387" sldId="277"/>
        </pc:sldMkLst>
        <pc:spChg chg="mod">
          <ac:chgData name="Felipe Augusto Pereira de Figueiredo" userId="e1771b70d906f94b" providerId="Windows Live" clId="Web-{B3FCA41B-7398-400B-83DC-FDE8722EB923}" dt="2020-02-09T01:28:39.664" v="120" actId="14100"/>
          <ac:spMkLst>
            <pc:docMk/>
            <pc:sldMk cId="2076219387" sldId="277"/>
            <ac:spMk id="3" creationId="{5E0262E2-3A0F-4805-BCCB-6745237D1574}"/>
          </ac:spMkLst>
        </pc:spChg>
      </pc:sldChg>
    </pc:docChg>
  </pc:docChgLst>
  <pc:docChgLst>
    <pc:chgData name="Felipe Augusto Pereira de Figueiredo" userId="e1771b70d906f94b" providerId="Windows Live" clId="Web-{1FA475AF-6444-47C2-89B1-9776BABC0E66}"/>
    <pc:docChg chg="modSld">
      <pc:chgData name="Felipe Augusto Pereira de Figueiredo" userId="e1771b70d906f94b" providerId="Windows Live" clId="Web-{1FA475AF-6444-47C2-89B1-9776BABC0E66}" dt="2020-02-09T18:53:52.767" v="85"/>
      <pc:docMkLst>
        <pc:docMk/>
      </pc:docMkLst>
      <pc:sldChg chg="modNotes">
        <pc:chgData name="Felipe Augusto Pereira de Figueiredo" userId="e1771b70d906f94b" providerId="Windows Live" clId="Web-{1FA475AF-6444-47C2-89B1-9776BABC0E66}" dt="2020-02-09T18:53:52.767" v="85"/>
        <pc:sldMkLst>
          <pc:docMk/>
          <pc:sldMk cId="248504461" sldId="267"/>
        </pc:sldMkLst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4143589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144F1436-6906-4D93-B7A2-786C327BFA14}" type="datetimeFigureOut">
              <a:rPr lang="nl-BE" smtClean="0"/>
              <a:t>6/01/2026</a:t>
            </a:fld>
            <a:endParaRPr lang="nl-B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1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4143589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F7E56D9B-79AD-444A-AFED-DEC23408F8B4}" type="slidenum">
              <a:rPr lang="nl-BE" smtClean="0"/>
              <a:t>‹nº›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16353311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5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4143592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AA8CD09E-2914-4F47-B6C1-51B2C31814C9}" type="datetimeFigureOut">
              <a:rPr lang="pt-BR" smtClean="0"/>
              <a:t>06/01/2026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-7721600" y="4740275"/>
            <a:ext cx="22758400" cy="12801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168634" tIns="84317" rIns="168634" bIns="84317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731522" y="18254135"/>
            <a:ext cx="5852160" cy="14935200"/>
          </a:xfrm>
          <a:prstGeom prst="rect">
            <a:avLst/>
          </a:prstGeom>
        </p:spPr>
        <p:txBody>
          <a:bodyPr vert="horz" lIns="168634" tIns="84317" rIns="168634" bIns="84317" rtlCol="0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5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4143592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6FC8D850-966F-45A6-8DE7-15B891E7D40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418147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baseline="0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074746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1DB9B4FF-B06E-403C-A326-BDC64D8FF94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xmlns="" id="{247BDFCE-746E-45BF-A319-4733D58D163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xmlns="" id="{9EDE2778-5372-4104-B96D-968184DA82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06/01/2026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xmlns="" id="{C1DD0F41-C861-4051-988D-3024A37A4B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xmlns="" id="{07E5967E-D980-431A-A5DB-3F0C5030A8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497542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71BD44A5-8F21-4626-A01D-48A1C874B1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B79E8085-65A9-48AA-951D-71D978BFF4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xmlns="" id="{F05BE1AF-51EA-425D-B188-DE7BD67500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06/01/2026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xmlns="" id="{121BE632-29CF-4CB9-B365-C9EF38F89B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xmlns="" id="{60CF3DD1-9AEC-4A57-B461-4E4DD86FAC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879079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34AB2FF0-A4D7-4E28-991D-FF26140D59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xmlns="" id="{E2AC45B0-4145-40DB-8E61-1054611706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xmlns="" id="{50F1D3FB-740A-4EBA-A309-2CE71D12EC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06/01/2026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xmlns="" id="{BDCAB18F-8715-4465-A940-F9C193A2AC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xmlns="" id="{353466C6-8248-429F-8056-FF040BF509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652279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BC7BB9F0-F14B-4A91-B2B7-35BC47FE4D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EC1FC1C4-73DA-47A6-8496-B0B457F7D39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E92F06A8-A449-4D92-9912-76873E529B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xmlns="" id="{938070A4-BC2F-4D55-BD8D-DEAF11BB9E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06/01/2026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xmlns="" id="{45CC2DB8-844A-465F-BA9A-7734C80C7F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xmlns="" id="{4CC606A8-097B-4040-94E0-CD8C88280D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985444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76D66686-0143-4CB6-8C09-BA326F1E7A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xmlns="" id="{0227AB85-F59E-4BCE-B846-4FA0992C2F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3373456C-7319-4D0A-827D-D29F6B083F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xmlns="" id="{4CD109D0-2E83-4262-8029-A871CEC4740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xmlns="" id="{AD706E3A-CFBB-4A6C-A65F-D0360A9E74F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xmlns="" id="{4172C0E5-5AF0-4805-BB51-443733CD2B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06/01/2026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xmlns="" id="{0E801648-156F-497E-99CF-797DF48051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xmlns="" id="{EEE23D32-80E7-4796-A137-66BF842E4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22454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2BCE2379-C78F-47E1-8CFC-B846E7AF14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xmlns="" id="{342600A9-7F92-4E22-9D94-E4717252A8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06/01/2026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xmlns="" id="{192E6BED-F546-40CC-A2DF-99CBA85365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xmlns="" id="{6091CC40-A8C4-4063-80EB-CC50996216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4413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xmlns="" id="{DD19515C-212C-4EAE-84A3-8FF4BC844F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06/01/2026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xmlns="" id="{94D3D120-B3E8-4C96-861D-7A4F12F49B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xmlns="" id="{42E49B68-FA1B-468B-9F17-D5C09243D4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812321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1C17BCBE-A897-4319-85EC-D87909C249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4226F885-0204-4913-868B-4B8B82576F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xmlns="" id="{00F9F784-A858-441B-8AB5-6970981417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xmlns="" id="{A4DC363A-5000-472E-8B17-02E7DCB884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06/01/2026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xmlns="" id="{5548425D-2C21-4C56-BAD4-662978775C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xmlns="" id="{C63E9726-E64C-42B2-AE8A-8C235A956B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886100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11086A78-3E74-450C-96A6-CA8AC37AF7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xmlns="" id="{5F5B7312-975A-4DBC-9B2F-3652ADA006F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xmlns="" id="{AAF805F5-1DFF-41C6-944C-7D79FE0D096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xmlns="" id="{02113D81-8665-4516-BD81-C6A1F254EE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06/01/2026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xmlns="" id="{2B00C88B-FF32-40AA-A187-727D96FD78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xmlns="" id="{A04D1A2D-69F7-4B8F-A730-BC26DC340B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346468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9036C49F-3E68-4175-81BA-3C3FEE4430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xmlns="" id="{426FA736-3DD3-4D4E-B57B-BBE1D8F7D42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xmlns="" id="{99E8855C-D8FD-48F6-B14E-861E0DE4D9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06/01/2026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xmlns="" id="{97C0BB88-2F21-42A5-ACFF-83DA47F2D3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xmlns="" id="{6CB462B3-1F22-4C05-B4B8-7A279FB7D5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534815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xmlns="" id="{EAEAB728-701C-4207-A9D5-23FF45C6050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xmlns="" id="{BA8C8CCF-7823-480A-9A19-0F664DD17E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xmlns="" id="{721D5734-7B1F-425D-942F-6EB7334402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06/01/2026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xmlns="" id="{1E1AAEAC-F08D-45FE-89EC-B1B349A868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xmlns="" id="{BAA44493-9911-47B2-87A6-C2141A972B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82454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xmlns="" id="{E69A0273-1966-4A1B-9370-4C1CE50363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xmlns="" id="{3B9CF87A-0448-49A7-AB25-EBC1D56A40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xmlns="" id="{2EF7B1F2-BB5A-44D0-816D-16AD2C71430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289F7E-B80B-496E-81B4-D396C37C9454}" type="datetimeFigureOut">
              <a:rPr lang="pt-BR" smtClean="0"/>
              <a:t>06/01/2026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xmlns="" id="{C703F94C-2CC8-4DAA-BC35-14FC3E841D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xmlns="" id="{64051336-7048-457A-8B61-D94291D7164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362929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mailto:felipe.figueiredo@Inatel.br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jpeg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32666AC8-2E17-4DB4-B0F5-60C640CCFD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1767" y="836433"/>
            <a:ext cx="10906298" cy="2690156"/>
          </a:xfrm>
        </p:spPr>
        <p:txBody>
          <a:bodyPr anchor="ctr">
            <a:noAutofit/>
          </a:bodyPr>
          <a:lstStyle/>
          <a:p>
            <a:r>
              <a:rPr lang="pt-BR" sz="6600" dirty="0" smtClean="0"/>
              <a:t>C24 – Inteligência Artificial:</a:t>
            </a:r>
            <a:r>
              <a:rPr lang="pt-BR" sz="7200" dirty="0"/>
              <a:t/>
            </a:r>
            <a:br>
              <a:rPr lang="pt-BR" sz="7200" dirty="0"/>
            </a:br>
            <a:r>
              <a:rPr lang="pt-BR" sz="7200" b="1" i="1" dirty="0" smtClean="0"/>
              <a:t>Introdução</a:t>
            </a:r>
            <a:endParaRPr lang="pt-BR" sz="7200" b="1" i="1" dirty="0"/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xmlns="" id="{430EB894-B7D4-434C-9D1A-A14094D9BEEC}"/>
              </a:ext>
            </a:extLst>
          </p:cNvPr>
          <p:cNvSpPr txBox="1"/>
          <p:nvPr/>
        </p:nvSpPr>
        <p:spPr>
          <a:xfrm>
            <a:off x="7915801" y="5780602"/>
            <a:ext cx="4004345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 smtClean="0"/>
              <a:t>Felipe A. P. de Figueiredo</a:t>
            </a:r>
            <a:endParaRPr lang="pt-BR" sz="2000" dirty="0"/>
          </a:p>
          <a:p>
            <a:r>
              <a:rPr lang="pt-BR" dirty="0">
                <a:hlinkClick r:id="rId3"/>
              </a:rPr>
              <a:t>f</a:t>
            </a:r>
            <a:r>
              <a:rPr lang="pt-BR" dirty="0" smtClean="0">
                <a:hlinkClick r:id="rId3"/>
              </a:rPr>
              <a:t>elipe.figueiredo@Inatel.br</a:t>
            </a:r>
            <a:endParaRPr lang="pt-BR" dirty="0"/>
          </a:p>
        </p:txBody>
      </p:sp>
      <p:pic>
        <p:nvPicPr>
          <p:cNvPr id="1026" name="Picture 2" descr="Logo">
            <a:extLst>
              <a:ext uri="{FF2B5EF4-FFF2-40B4-BE49-F238E27FC236}">
                <a16:creationId xmlns:a16="http://schemas.microsoft.com/office/drawing/2014/main" xmlns="" id="{3F2642E0-4F6A-4196-8F58-E77D36E9A33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759" b="28872"/>
          <a:stretch/>
        </p:blipFill>
        <p:spPr bwMode="auto">
          <a:xfrm>
            <a:off x="393306" y="5780602"/>
            <a:ext cx="2261388" cy="677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2" name="Picture 2" descr="Image result for machine learning">
            <a:extLst>
              <a:ext uri="{FF2B5EF4-FFF2-40B4-BE49-F238E27FC236}">
                <a16:creationId xmlns:a16="http://schemas.microsoft.com/office/drawing/2014/main" xmlns="" id="{810CE0A2-4102-44A6-A370-175E7896CDC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193" t="8107" r="14530" b="5794"/>
          <a:stretch/>
        </p:blipFill>
        <p:spPr bwMode="auto">
          <a:xfrm>
            <a:off x="4965305" y="3439886"/>
            <a:ext cx="2261389" cy="22370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8665266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7F5FF925-67DE-CC62-E869-C6E3C1D771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Introdução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7DA84068-671A-9D40-4F76-2C57E4F720C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6411824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94AB8438-E56E-2412-517C-8456E4CA77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Fundamentação teórica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F7E2B09C-6D56-4C9F-A364-B904CCE2F1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8707159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083FFF02-0FC8-9F0B-AAB0-565FC99EA7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Arquitetura e funcionamento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8C5488AE-34B4-EF1D-F674-507FF2FCD12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4725955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E1C9F56A-97FC-7CCD-E5BA-3B5E230AD9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A979DAB9-0612-F0CD-7BB1-AF52B98B32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Treinamento e otimização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F22F88A5-87D1-340F-853F-8C2ED8F8C8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0698081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B28A9759-CA4F-DA4F-85C2-F6E51DCED2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072F732D-34CE-6153-324F-D7F6821577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Vantagens e desvantagens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62A55622-8E11-E5D7-8EAF-7AE2CCAA332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2181125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B9E502FC-4440-F5DA-F299-69CD15E702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Exemplo(s) de aplicação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69359096-6B47-BEA3-55AD-95F90CDC848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3253096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B7EBC8F7-03EF-338A-A90B-280A41AF96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Comparação com outros algoritmos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C525BCE7-C19D-7DDA-016A-E3016C398CB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0146926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xmlns="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Perguntas?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377300566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3CA32550-8C76-B013-2EC7-989D8C3B19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EF043237-7757-7557-B63E-D4EB5152D4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8726491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xmlns="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Obrigado!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2655704619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7884</TotalTime>
  <Words>39</Words>
  <Application>Microsoft Office PowerPoint</Application>
  <PresentationFormat>Widescreen</PresentationFormat>
  <Paragraphs>14</Paragraphs>
  <Slides>11</Slides>
  <Notes>1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11</vt:i4>
      </vt:variant>
    </vt:vector>
  </HeadingPairs>
  <TitlesOfParts>
    <vt:vector size="15" baseType="lpstr">
      <vt:lpstr>Arial</vt:lpstr>
      <vt:lpstr>Calibri</vt:lpstr>
      <vt:lpstr>Calibri Light</vt:lpstr>
      <vt:lpstr>Tema do Office</vt:lpstr>
      <vt:lpstr>C24 – Inteligência Artificial: Introdução</vt:lpstr>
      <vt:lpstr>Introdução</vt:lpstr>
      <vt:lpstr>Fundamentação teórica</vt:lpstr>
      <vt:lpstr>Arquitetura e funcionamento</vt:lpstr>
      <vt:lpstr>Treinamento e otimização</vt:lpstr>
      <vt:lpstr>Vantagens e desvantagens</vt:lpstr>
      <vt:lpstr>Exemplo(s) de aplicação</vt:lpstr>
      <vt:lpstr>Comparação com outros algoritmos</vt:lpstr>
      <vt:lpstr>Apresentação do PowerPoint</vt:lpstr>
      <vt:lpstr>Referências</vt:lpstr>
      <vt:lpstr>Apresentação do PowerPoint</vt:lpstr>
    </vt:vector>
  </TitlesOfParts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TP555 - Inteligência Artificial e Machine Learning</dc:title>
  <dc:creator>Felipe Augusto Pereira de Figueiredo</dc:creator>
  <cp:lastModifiedBy>Felipe Augusto Pereira de Figueiredo</cp:lastModifiedBy>
  <cp:revision>1729</cp:revision>
  <dcterms:created xsi:type="dcterms:W3CDTF">2020-01-20T13:50:05Z</dcterms:created>
  <dcterms:modified xsi:type="dcterms:W3CDTF">2026-01-07T01:17:16Z</dcterms:modified>
</cp:coreProperties>
</file>