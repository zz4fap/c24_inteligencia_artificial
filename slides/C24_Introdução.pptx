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6" r:id="rId2"/>
    <p:sldId id="307" r:id="rId3"/>
    <p:sldId id="372" r:id="rId4"/>
    <p:sldId id="359" r:id="rId5"/>
    <p:sldId id="315" r:id="rId6"/>
    <p:sldId id="358" r:id="rId7"/>
    <p:sldId id="360" r:id="rId8"/>
    <p:sldId id="308" r:id="rId9"/>
    <p:sldId id="318" r:id="rId10"/>
    <p:sldId id="309" r:id="rId11"/>
    <p:sldId id="310" r:id="rId12"/>
    <p:sldId id="328" r:id="rId13"/>
    <p:sldId id="317" r:id="rId14"/>
    <p:sldId id="311" r:id="rId15"/>
    <p:sldId id="321" r:id="rId16"/>
    <p:sldId id="319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66" r:id="rId37"/>
    <p:sldId id="339" r:id="rId38"/>
    <p:sldId id="335" r:id="rId39"/>
    <p:sldId id="334" r:id="rId40"/>
    <p:sldId id="336" r:id="rId41"/>
    <p:sldId id="338" r:id="rId42"/>
    <p:sldId id="337" r:id="rId43"/>
    <p:sldId id="344" r:id="rId44"/>
    <p:sldId id="342" r:id="rId45"/>
    <p:sldId id="340" r:id="rId46"/>
    <p:sldId id="368" r:id="rId47"/>
    <p:sldId id="367" r:id="rId48"/>
    <p:sldId id="345" r:id="rId49"/>
    <p:sldId id="369" r:id="rId50"/>
    <p:sldId id="341" r:id="rId51"/>
    <p:sldId id="347" r:id="rId52"/>
    <p:sldId id="346" r:id="rId53"/>
    <p:sldId id="354" r:id="rId54"/>
    <p:sldId id="355" r:id="rId55"/>
    <p:sldId id="356" r:id="rId56"/>
    <p:sldId id="357" r:id="rId57"/>
    <p:sldId id="349" r:id="rId58"/>
    <p:sldId id="353" r:id="rId59"/>
    <p:sldId id="351" r:id="rId60"/>
    <p:sldId id="352" r:id="rId61"/>
    <p:sldId id="350" r:id="rId62"/>
    <p:sldId id="371" r:id="rId63"/>
    <p:sldId id="370" r:id="rId64"/>
    <p:sldId id="293" r:id="rId65"/>
    <p:sldId id="306" r:id="rId6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FA91-AAA0-28D5-C242-B0389F2A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16A987-59A9-DBA1-1398-776D9B347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10AA4-6745-D0D0-11EA-5B87B6DB7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B3E542-6DE8-9010-D5C4-BC1447473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5625" cy="5032375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baseadas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5843C-22E7-DF12-5D68-32D5E7A9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84E62-DE76-FCD9-4D9F-1C5A1B25A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8116E68-4B54-8FA1-1EB8-3391FE1677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746919"/>
              </p:ext>
            </p:extLst>
          </p:nvPr>
        </p:nvGraphicFramePr>
        <p:xfrm>
          <a:off x="2793076" y="1303020"/>
          <a:ext cx="660584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27/07/26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03/08/26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10/08/26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17/08/26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24/08/26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31/08/26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07/09/26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14/09/26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21/09/26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28/09/26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05/10/26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12/10/26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19/10/26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26/10/26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02/11/26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09/11/26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16/11/26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23/11/26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30/11/26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07/12/26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7C41E1DB-BBB1-315A-0ECA-812F8171A5A8}"/>
              </a:ext>
            </a:extLst>
          </p:cNvPr>
          <p:cNvSpPr txBox="1"/>
          <p:nvPr/>
        </p:nvSpPr>
        <p:spPr>
          <a:xfrm>
            <a:off x="2699657" y="6606540"/>
            <a:ext cx="20922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*Feriado, marcaremos reposição.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2881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divididas em duas partes: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Teórica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 e os outros 70%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13/04/2026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22/06/2026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29/06/2026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 (teórica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90,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moderna. Portanto, focaremos nesta subárea.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625141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criou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</a:t>
            </a:r>
            <a:r>
              <a:rPr lang="pt-BR" b="1" dirty="0"/>
              <a:t>enganada</a:t>
            </a:r>
            <a:r>
              <a:rPr lang="pt-BR" dirty="0"/>
              <a:t>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/>
              <a:t>não é sobre substituir </a:t>
            </a:r>
            <a:r>
              <a:rPr lang="pt-BR" dirty="0"/>
              <a:t>humanos,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9167</TotalTime>
  <Words>8199</Words>
  <Application>Microsoft Office PowerPoint</Application>
  <PresentationFormat>Widescreen</PresentationFormat>
  <Paragraphs>582</Paragraphs>
  <Slides>65</Slides>
  <Notes>32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Apresentação do PowerPoint</vt:lpstr>
      <vt:lpstr>Referências</vt:lpstr>
      <vt:lpstr>Expectativa vs. realidade</vt:lpstr>
      <vt:lpstr>Expectativa vs. realidade</vt:lpstr>
      <vt:lpstr>O que vocês acham que é IA?</vt:lpstr>
      <vt:lpstr>O que é IA?</vt:lpstr>
      <vt:lpstr>O que é IA?</vt:lpstr>
      <vt:lpstr>Apresentação do PowerPoint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2004</cp:revision>
  <dcterms:created xsi:type="dcterms:W3CDTF">2020-01-20T13:50:05Z</dcterms:created>
  <dcterms:modified xsi:type="dcterms:W3CDTF">2026-07-26T13:41:57Z</dcterms:modified>
</cp:coreProperties>
</file>