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307" r:id="rId3"/>
    <p:sldId id="316" r:id="rId4"/>
    <p:sldId id="315" r:id="rId5"/>
    <p:sldId id="308" r:id="rId6"/>
    <p:sldId id="309" r:id="rId7"/>
    <p:sldId id="310" r:id="rId8"/>
    <p:sldId id="311" r:id="rId9"/>
    <p:sldId id="312" r:id="rId10"/>
    <p:sldId id="313" r:id="rId11"/>
    <p:sldId id="293" r:id="rId12"/>
    <p:sldId id="314" r:id="rId13"/>
    <p:sldId id="306" r:id="rId1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8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7/01/2026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2396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 smtClean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 smtClean="0"/>
              <a:t>Introdução</a:t>
            </a:r>
            <a:endParaRPr lang="pt-BR" sz="7200" b="1" i="1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 smtClean="0"/>
              <a:t>Felipe A. P. de Figueiredo</a:t>
            </a:r>
            <a:endParaRPr lang="pt-BR" sz="2000" dirty="0"/>
          </a:p>
          <a:p>
            <a:r>
              <a:rPr lang="pt-BR" dirty="0">
                <a:hlinkClick r:id="rId3"/>
              </a:rPr>
              <a:t>f</a:t>
            </a:r>
            <a:r>
              <a:rPr lang="pt-BR" dirty="0" smtClean="0">
                <a:hlinkClick r:id="rId3"/>
              </a:rPr>
              <a:t>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Informações gerais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Carga</a:t>
            </a:r>
            <a:r>
              <a:rPr lang="en-US" b="1" dirty="0"/>
              <a:t> </a:t>
            </a:r>
            <a:r>
              <a:rPr lang="en-US" b="1" dirty="0" err="1"/>
              <a:t>horária</a:t>
            </a:r>
            <a:r>
              <a:rPr lang="en-US" dirty="0"/>
              <a:t>: </a:t>
            </a:r>
            <a:r>
              <a:rPr lang="en-US" dirty="0" smtClean="0"/>
              <a:t>2h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 smtClean="0"/>
              <a:t>semana</a:t>
            </a:r>
            <a:r>
              <a:rPr lang="en-US" dirty="0" smtClean="0"/>
              <a:t> (</a:t>
            </a:r>
            <a:r>
              <a:rPr lang="en-US" dirty="0" err="1" smtClean="0"/>
              <a:t>aulas</a:t>
            </a:r>
            <a:r>
              <a:rPr lang="en-US" dirty="0" smtClean="0"/>
              <a:t> </a:t>
            </a:r>
            <a:r>
              <a:rPr lang="en-US" dirty="0" err="1" smtClean="0"/>
              <a:t>teóricas</a:t>
            </a:r>
            <a:r>
              <a:rPr lang="en-US" dirty="0" smtClean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 smtClean="0"/>
              <a:t>Aulas</a:t>
            </a:r>
            <a:r>
              <a:rPr lang="en-US" dirty="0" smtClean="0"/>
              <a:t> </a:t>
            </a:r>
            <a:r>
              <a:rPr lang="en-US" dirty="0" err="1" smtClean="0"/>
              <a:t>práticas</a:t>
            </a:r>
            <a:r>
              <a:rPr lang="en-US" dirty="0" smtClean="0"/>
              <a:t>: 2h </a:t>
            </a:r>
            <a:r>
              <a:rPr lang="en-US" dirty="0" err="1" smtClean="0"/>
              <a:t>por</a:t>
            </a:r>
            <a:r>
              <a:rPr lang="en-US" dirty="0" smtClean="0"/>
              <a:t> </a:t>
            </a:r>
            <a:r>
              <a:rPr lang="en-US" dirty="0" err="1" smtClean="0"/>
              <a:t>semana</a:t>
            </a:r>
            <a:endParaRPr lang="en-US" dirty="0"/>
          </a:p>
          <a:p>
            <a:r>
              <a:rPr lang="pt-BR" b="1" dirty="0" smtClean="0"/>
              <a:t>Horário de atendimento</a:t>
            </a:r>
            <a:r>
              <a:rPr lang="pt-BR" dirty="0" smtClean="0"/>
              <a:t>: à definir.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Cronograma</a:t>
            </a:r>
            <a:endParaRPr lang="pt-BR" dirty="0"/>
          </a:p>
        </p:txBody>
      </p:sp>
      <p:graphicFrame>
        <p:nvGraphicFramePr>
          <p:cNvPr id="4" name="Espaço Reservado para Conteú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0954762"/>
              </p:ext>
            </p:extLst>
          </p:nvPr>
        </p:nvGraphicFramePr>
        <p:xfrm>
          <a:off x="2405149" y="1338350"/>
          <a:ext cx="6605848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297"/>
                <a:gridCol w="903803"/>
                <a:gridCol w="1012927"/>
                <a:gridCol w="4158821"/>
              </a:tblGrid>
              <a:tr h="270945">
                <a:tc gridSpan="4">
                  <a:txBody>
                    <a:bodyPr/>
                    <a:lstStyle/>
                    <a:p>
                      <a:pPr algn="ctr"/>
                      <a:r>
                        <a:rPr lang="pt-BR" sz="1400" dirty="0" smtClean="0">
                          <a:solidFill>
                            <a:schemeClr val="tx1"/>
                          </a:solidFill>
                        </a:rPr>
                        <a:t>C24</a:t>
                      </a:r>
                      <a:endParaRPr lang="pt-B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dirty="0">
                          <a:effectLst/>
                        </a:rPr>
                        <a:t>09/02/26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2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16/02/26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100" dirty="0" smtClean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100" dirty="0" smtClean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3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23/02/26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4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dirty="0">
                          <a:effectLst/>
                        </a:rPr>
                        <a:t>02/03/26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5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09/03/26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6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16/03/26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7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23/03/26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8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30/03/26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9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06/04/26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 smtClean="0"/>
                        <a:t>10</a:t>
                      </a:r>
                      <a:endParaRPr lang="pt-BR" sz="11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>
                          <a:effectLst/>
                        </a:rPr>
                        <a:t>13/04/26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 smtClean="0"/>
                        <a:t>Segunda-feira</a:t>
                      </a:r>
                      <a:endParaRPr lang="pt-BR" sz="11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 smtClean="0"/>
                        <a:t>Prova #1</a:t>
                      </a:r>
                      <a:endParaRPr lang="pt-BR" sz="11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11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20/04/26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12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27/04/26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13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04/05/26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14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11/05/26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15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18/05/26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16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25/05/26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17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01/06/26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18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08/06/26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 dirty="0">
                          <a:effectLst/>
                        </a:rPr>
                        <a:t>15/06/26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 smtClean="0"/>
                        <a:t>Segunda-feira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#2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 dirty="0">
                          <a:effectLst/>
                        </a:rPr>
                        <a:t>22/06/26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 smtClean="0"/>
                        <a:t>Segunda-feira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#3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0230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Avaliações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fontAlgn="base"/>
            <a:r>
              <a:rPr lang="pt-BR" dirty="0"/>
              <a:t>NP1 (1ª prova </a:t>
            </a:r>
            <a:r>
              <a:rPr lang="pt-BR" dirty="0"/>
              <a:t>teórica/prática): </a:t>
            </a:r>
            <a:r>
              <a:rPr lang="pt-BR" dirty="0"/>
              <a:t>a definir  sugestão: 19/04/2023</a:t>
            </a:r>
            <a:r>
              <a:rPr lang="en-US" dirty="0"/>
              <a:t>​</a:t>
            </a:r>
          </a:p>
          <a:p>
            <a:pPr fontAlgn="base"/>
            <a:r>
              <a:rPr lang="pt-BR" dirty="0"/>
              <a:t>NP2 (2ª prova </a:t>
            </a:r>
            <a:r>
              <a:rPr lang="pt-BR" dirty="0"/>
              <a:t>teórica/prática): </a:t>
            </a:r>
            <a:r>
              <a:rPr lang="pt-BR" dirty="0"/>
              <a:t>a definir  sugestão: 21/06/2023​</a:t>
            </a:r>
          </a:p>
          <a:p>
            <a:pPr fontAlgn="base"/>
            <a:r>
              <a:rPr lang="pt-BR" dirty="0"/>
              <a:t>NP3 (3ª prova teórica/prática): a definir  sugestão: 05/07/2023​</a:t>
            </a:r>
          </a:p>
          <a:p>
            <a:pPr fontAlgn="base"/>
            <a:r>
              <a:rPr lang="pt-BR" dirty="0"/>
              <a:t>NPA = (NP1 + NP2) / 2</a:t>
            </a:r>
            <a:r>
              <a:rPr lang="en-US" dirty="0"/>
              <a:t>​</a:t>
            </a:r>
          </a:p>
          <a:p>
            <a:pPr fontAlgn="base"/>
            <a:r>
              <a:rPr lang="pt-BR" dirty="0"/>
              <a:t>NFA = NPA &gt;= 60 ? NPA : (NPA + NP3) / 2</a:t>
            </a:r>
            <a:r>
              <a:rPr lang="en-US" dirty="0"/>
              <a:t>​</a:t>
            </a:r>
          </a:p>
          <a:p>
            <a:pPr marL="0" indent="0" fontAlgn="base">
              <a:buNone/>
            </a:pPr>
            <a:endParaRPr lang="pt-BR" dirty="0"/>
          </a:p>
          <a:p>
            <a:pPr fontAlgn="base"/>
            <a:r>
              <a:rPr lang="pt-BR" dirty="0"/>
              <a:t>Prova substitutiva: </a:t>
            </a:r>
            <a:r>
              <a:rPr lang="en-US" dirty="0"/>
              <a:t>​</a:t>
            </a:r>
          </a:p>
          <a:p>
            <a:pPr fontAlgn="base"/>
            <a:r>
              <a:rPr lang="pt-BR" dirty="0"/>
              <a:t>Substitui NP1 ou NP2, via NP3.</a:t>
            </a:r>
            <a:r>
              <a:rPr lang="en-US" dirty="0"/>
              <a:t>​</a:t>
            </a:r>
          </a:p>
          <a:p>
            <a:pPr fontAlgn="base"/>
            <a:r>
              <a:rPr lang="pt-BR" dirty="0"/>
              <a:t>Solicitação por requerimento no CRA.</a:t>
            </a:r>
            <a:r>
              <a:rPr lang="en-US" dirty="0"/>
              <a:t>​</a:t>
            </a:r>
          </a:p>
          <a:p>
            <a:pPr fontAlgn="base"/>
            <a:r>
              <a:rPr lang="pt-BR" dirty="0"/>
              <a:t>Prova com o conteúdo de todo o semestre.</a:t>
            </a:r>
            <a:r>
              <a:rPr lang="en-US" dirty="0"/>
              <a:t>​</a:t>
            </a:r>
          </a:p>
          <a:p>
            <a:pPr fontAlgn="base"/>
            <a:r>
              <a:rPr lang="pt-BR" dirty="0"/>
              <a:t>Caso não seja aprovado, será feita outra prova como NP3 (PVS).</a:t>
            </a:r>
            <a:r>
              <a:rPr lang="pt-BR" dirty="0" smtClean="0"/>
              <a:t>​</a:t>
            </a:r>
            <a:r>
              <a:rPr lang="pt-BR" dirty="0"/>
              <a:t> </a:t>
            </a:r>
          </a:p>
        </p:txBody>
      </p:sp>
      <p:pic>
        <p:nvPicPr>
          <p:cNvPr id="1026" name="Picture 2" descr="Expanding Brain - Exam Mem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3783" y="2061557"/>
            <a:ext cx="2626612" cy="3614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2881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Fundamentação teórica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Arquitetura e funcionamento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Treinamento e otimização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22F88A5-87D1-340F-853F-8C2ED8F8C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69808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Exemplo(s) de aplicação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Comparação com outros 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CA32550-8C76-B013-2EC7-989D8C3B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F043237-7757-7557-B63E-D4EB5152D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72649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7993</TotalTime>
  <Words>280</Words>
  <Application>Microsoft Office PowerPoint</Application>
  <PresentationFormat>Widescreen</PresentationFormat>
  <Paragraphs>112</Paragraphs>
  <Slides>13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Wingdings</vt:lpstr>
      <vt:lpstr>Tema do Office</vt:lpstr>
      <vt:lpstr>C24 – Inteligência Artificial: Introdução</vt:lpstr>
      <vt:lpstr>Informações gerais</vt:lpstr>
      <vt:lpstr>Cronograma</vt:lpstr>
      <vt:lpstr>Avaliações</vt:lpstr>
      <vt:lpstr>Fundamentação teórica</vt:lpstr>
      <vt:lpstr>Arquitetura e funcionamento</vt:lpstr>
      <vt:lpstr>Treinamento e otimização</vt:lpstr>
      <vt:lpstr>Vantagens e desvantagens</vt:lpstr>
      <vt:lpstr>Exemplo(s) de aplicação</vt:lpstr>
      <vt:lpstr>Comparação com outros algoritmos</vt:lpstr>
      <vt:lpstr>Apresentação do PowerPoint</vt:lpstr>
      <vt:lpstr>Referências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1735</cp:revision>
  <dcterms:created xsi:type="dcterms:W3CDTF">2020-01-20T13:50:05Z</dcterms:created>
  <dcterms:modified xsi:type="dcterms:W3CDTF">2026-01-07T13:13:05Z</dcterms:modified>
</cp:coreProperties>
</file>