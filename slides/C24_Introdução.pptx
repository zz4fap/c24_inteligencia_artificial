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307" r:id="rId3"/>
    <p:sldId id="316" r:id="rId4"/>
    <p:sldId id="315" r:id="rId5"/>
    <p:sldId id="308" r:id="rId6"/>
    <p:sldId id="309" r:id="rId7"/>
    <p:sldId id="310" r:id="rId8"/>
    <p:sldId id="311" r:id="rId9"/>
    <p:sldId id="312" r:id="rId10"/>
    <p:sldId id="313" r:id="rId11"/>
    <p:sldId id="293" r:id="rId12"/>
    <p:sldId id="314" r:id="rId13"/>
    <p:sldId id="306" r:id="rId1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"A gente vê o </a:t>
            </a:r>
            <a:r>
              <a:rPr lang="pt-BR" dirty="0" err="1" smtClean="0"/>
              <a:t>ChatGPT</a:t>
            </a:r>
            <a:r>
              <a:rPr lang="pt-BR" dirty="0" smtClean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 smtClean="0"/>
          </a:p>
          <a:p>
            <a:r>
              <a:rPr lang="pt-BR" b="1" dirty="0" smtClean="0"/>
              <a:t>O que é difícil para humanos é fácil para a IA:</a:t>
            </a:r>
            <a:r>
              <a:rPr lang="pt-BR" dirty="0" smtClean="0"/>
              <a:t> Fazer cálculos matemáticos complexos, jogar xadrez em nível mundial ou analisar milhões de linhas de código.</a:t>
            </a:r>
          </a:p>
          <a:p>
            <a:r>
              <a:rPr lang="pt-BR" b="1" dirty="0" smtClean="0"/>
              <a:t>O que é fácil para humanos é difícil para a IA:</a:t>
            </a:r>
            <a:r>
              <a:rPr lang="pt-BR" dirty="0" smtClean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36578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→ sugestão: </a:t>
                </a:r>
                <a:r>
                  <a:rPr lang="pt-BR" dirty="0" smtClean="0"/>
                  <a:t>15/06/2026​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→ sugestão: </a:t>
                </a:r>
                <a:r>
                  <a:rPr lang="pt-BR" dirty="0" smtClean="0"/>
                  <a:t>22/06/2026​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36578" cy="5032375"/>
              </a:xfrm>
              <a:blipFill rotWithShape="0">
                <a:blip r:embed="rId2"/>
                <a:stretch>
                  <a:fillRect l="-1045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</a:t>
            </a:r>
            <a:r>
              <a:rPr lang="pt-BR" dirty="0" smtClean="0"/>
              <a:t>realidade</a:t>
            </a:r>
            <a:endParaRPr lang="pt-BR" dirty="0"/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097" y="4312517"/>
            <a:ext cx="2227812" cy="232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25625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915" y="1825624"/>
            <a:ext cx="5885411" cy="5032375"/>
          </a:xfrm>
        </p:spPr>
        <p:txBody>
          <a:bodyPr>
            <a:normAutofit lnSpcReduction="10000"/>
          </a:bodyPr>
          <a:lstStyle/>
          <a:p>
            <a:r>
              <a:rPr lang="pt-BR" altLang="pt-BR" dirty="0"/>
              <a:t>O que </a:t>
            </a:r>
            <a:r>
              <a:rPr lang="pt-BR" altLang="pt-BR" dirty="0" smtClean="0"/>
              <a:t>a ficção prometeu </a:t>
            </a:r>
            <a:r>
              <a:rPr lang="pt-BR" altLang="pt-BR" dirty="0"/>
              <a:t>vs. </a:t>
            </a:r>
            <a:r>
              <a:rPr lang="pt-BR" altLang="pt-BR" dirty="0"/>
              <a:t>o</a:t>
            </a:r>
            <a:r>
              <a:rPr lang="pt-BR" altLang="pt-BR" smtClean="0"/>
              <a:t> </a:t>
            </a:r>
            <a:r>
              <a:rPr lang="pt-BR" altLang="pt-BR" dirty="0" smtClean="0"/>
              <a:t>que </a:t>
            </a:r>
            <a:r>
              <a:rPr lang="pt-BR" altLang="pt-BR" dirty="0"/>
              <a:t>temos hoje</a:t>
            </a:r>
            <a:r>
              <a:rPr lang="pt-BR" altLang="pt-BR" dirty="0" smtClean="0"/>
              <a:t>.</a:t>
            </a:r>
          </a:p>
          <a:p>
            <a:r>
              <a:rPr lang="pt-BR" dirty="0" smtClean="0"/>
              <a:t>A </a:t>
            </a:r>
            <a:r>
              <a:rPr lang="pt-BR" dirty="0"/>
              <a:t>revolução das máquinas parou na dificuldade de subir degraus</a:t>
            </a:r>
            <a:r>
              <a:rPr lang="pt-BR" dirty="0" smtClean="0"/>
              <a:t>.</a:t>
            </a:r>
          </a:p>
          <a:p>
            <a:r>
              <a:rPr lang="pt-BR" dirty="0" smtClean="0"/>
              <a:t>Processar </a:t>
            </a:r>
            <a:r>
              <a:rPr lang="pt-BR" dirty="0"/>
              <a:t>dados (o "cérebro" da IA) evoluiu muito mais rápido do que a interação física com o mundo (o "corpo" da IA / Robótica</a:t>
            </a:r>
            <a:r>
              <a:rPr lang="pt-BR" dirty="0" smtClean="0"/>
              <a:t>).</a:t>
            </a:r>
          </a:p>
          <a:p>
            <a:r>
              <a:rPr lang="pt-BR" b="1" dirty="0"/>
              <a:t>O que é difícil para </a:t>
            </a:r>
            <a:r>
              <a:rPr lang="pt-BR" b="1" dirty="0" smtClean="0"/>
              <a:t>humanos (e.g., cálculos complexos) </a:t>
            </a:r>
            <a:r>
              <a:rPr lang="pt-BR" b="1" dirty="0"/>
              <a:t>é fácil para a </a:t>
            </a:r>
            <a:r>
              <a:rPr lang="pt-BR" b="1" dirty="0" smtClean="0"/>
              <a:t>IA e vice versa (e.g., andar, reconhecer rostos).</a:t>
            </a:r>
            <a:endParaRPr lang="pt-BR" dirty="0" smtClean="0"/>
          </a:p>
          <a:p>
            <a:endParaRPr lang="pt-BR" alt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pt-BR" dirty="0">
                <a:latin typeface="Arial" panose="020B0604020202020204" pitchFamily="34" charset="0"/>
              </a:rPr>
              <a:t>O que o cinema prometeu vs. O que temos hoje.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8046</TotalTime>
  <Words>570</Words>
  <Application>Microsoft Office PowerPoint</Application>
  <PresentationFormat>Widescreen</PresentationFormat>
  <Paragraphs>130</Paragraphs>
  <Slides>13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– Inteligência Artificial: Introdução</vt:lpstr>
      <vt:lpstr>Informações gerais</vt:lpstr>
      <vt:lpstr>Cronograma</vt:lpstr>
      <vt:lpstr>Avaliações</vt:lpstr>
      <vt:lpstr>Calendário e feriados</vt:lpstr>
      <vt:lpstr>Referências</vt:lpstr>
      <vt:lpstr>Expectativa vs. realidade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1745</cp:revision>
  <dcterms:created xsi:type="dcterms:W3CDTF">2020-01-20T13:50:05Z</dcterms:created>
  <dcterms:modified xsi:type="dcterms:W3CDTF">2026-01-07T17:57:06Z</dcterms:modified>
</cp:coreProperties>
</file>