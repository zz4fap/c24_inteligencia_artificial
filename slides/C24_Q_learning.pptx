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16" r:id="rId12"/>
    <p:sldId id="309" r:id="rId13"/>
    <p:sldId id="310" r:id="rId14"/>
    <p:sldId id="311" r:id="rId15"/>
    <p:sldId id="312" r:id="rId16"/>
    <p:sldId id="313" r:id="rId17"/>
    <p:sldId id="293" r:id="rId18"/>
    <p:sldId id="314" r:id="rId19"/>
    <p:sldId id="306" r:id="rId20"/>
    <p:sldId id="324" r:id="rId21"/>
    <p:sldId id="323" r:id="rId2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45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xmlns="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xmlns="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xmlns="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xmlns="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xmlns="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xmlns="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</a:t>
                </a:r>
                <a:r>
                  <a:rPr lang="pt-BR" dirty="0" smtClean="0"/>
                  <a:t>um </a:t>
                </a:r>
                <a:r>
                  <a:rPr lang="pt-BR" dirty="0"/>
                  <a:t>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</a:t>
                </a:r>
                <a:r>
                  <a:rPr lang="pt-BR" dirty="0" smtClean="0"/>
                  <a:t>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Exemplo: um galpão, uma cidade, um tabuleiro de jogo.</a:t>
                </a:r>
                <a:endParaRPr lang="pt-BR" dirty="0"/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Exemplo: A posição do agente e dos objetos/obstáculos no galpão, cidade ou jogo.</a:t>
                </a:r>
                <a:endParaRPr lang="pt-BR" dirty="0"/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Exemplo: movimentos (esquerda, direita, para cima/baixo), acelerar, frear.</a:t>
                </a:r>
                <a:endParaRPr lang="pt-BR" dirty="0"/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</a:t>
                </a:r>
                <a:r>
                  <a:rPr lang="pt-BR" dirty="0" smtClean="0"/>
                  <a:t>bserva o </a:t>
                </a:r>
                <a:r>
                  <a:rPr lang="pt-BR" dirty="0"/>
                  <a:t>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</a:t>
                </a:r>
                <a:r>
                  <a:rPr lang="pt-BR" dirty="0" smtClean="0"/>
                  <a:t>possíveis).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</a:t>
                </a:r>
                <a:r>
                  <a:rPr lang="pt-BR" dirty="0" smtClean="0"/>
                  <a:t>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</a:t>
                </a:r>
                <a:r>
                  <a:rPr lang="pt-BR" dirty="0" smtClean="0"/>
                  <a:t>disponíveis).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</a:t>
                </a:r>
                <a:r>
                  <a:rPr lang="pt-BR" dirty="0" smtClean="0"/>
                  <a:t>m </a:t>
                </a:r>
                <a:r>
                  <a:rPr lang="pt-BR" dirty="0"/>
                  <a:t>instante depois, </a:t>
                </a:r>
                <a:r>
                  <a:rPr lang="pt-BR" dirty="0" smtClean="0"/>
                  <a:t>como </a:t>
                </a:r>
                <a:r>
                  <a:rPr lang="pt-BR" dirty="0"/>
                  <a:t>consequência de sua ação, o agente recebe uma </a:t>
                </a:r>
                <a:r>
                  <a:rPr lang="pt-BR" dirty="0" smtClean="0"/>
                  <a:t>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 smtClean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 </a:t>
                </a:r>
                <a:r>
                  <a:rPr lang="pt-BR" dirty="0"/>
                  <a:t>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 smtClean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xmlns="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:a14="http://schemas.microsoft.com/office/drawing/2010/main" xmlns:mc="http://schemas.openxmlformats.org/markup-compatibility/2006" xmlns="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  <a:endParaRPr lang="pt-BR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xmlns="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70663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xmlns="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xmlns="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xmlns="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xmlns="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xmlns="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xmlns="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xmlns="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xmlns="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xmlns="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xmlns="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xmlns="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xmlns="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xmlns="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xmlns="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xmlns="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xmlns="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8260</TotalTime>
  <Words>610</Words>
  <Application>Microsoft Office PowerPoint</Application>
  <PresentationFormat>Widescreen</PresentationFormat>
  <Paragraphs>73</Paragraphs>
  <Slides>21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Apresentação do PowerPoint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1750</cp:revision>
  <dcterms:created xsi:type="dcterms:W3CDTF">2020-01-20T13:50:05Z</dcterms:created>
  <dcterms:modified xsi:type="dcterms:W3CDTF">2026-04-24T03:15:35Z</dcterms:modified>
</cp:coreProperties>
</file>