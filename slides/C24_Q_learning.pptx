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293" r:id="rId10"/>
    <p:sldId id="314" r:id="rId11"/>
    <p:sldId id="306" r:id="rId1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49</Words>
  <Application>Microsoft Office PowerPoint</Application>
  <PresentationFormat>Widescreen</PresentationFormat>
  <Paragraphs>14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do Office</vt:lpstr>
      <vt:lpstr>C24 – Inteligência Artificial: Q-learning</vt:lpstr>
      <vt:lpstr>Introdução</vt:lpstr>
      <vt:lpstr>Fundamentação teórica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PowerPoint Presentation</vt:lpstr>
      <vt:lpstr>Referências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1729</cp:revision>
  <dcterms:created xsi:type="dcterms:W3CDTF">2020-01-20T13:50:05Z</dcterms:created>
  <dcterms:modified xsi:type="dcterms:W3CDTF">2026-04-17T14:25:17Z</dcterms:modified>
</cp:coreProperties>
</file>