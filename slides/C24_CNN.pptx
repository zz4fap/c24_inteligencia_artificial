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handoutMasterIdLst>
    <p:handoutMasterId r:id="rId102"/>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8" r:id="rId59"/>
    <p:sldId id="539" r:id="rId60"/>
    <p:sldId id="536" r:id="rId61"/>
    <p:sldId id="558" r:id="rId62"/>
    <p:sldId id="541" r:id="rId63"/>
    <p:sldId id="440" r:id="rId64"/>
    <p:sldId id="542" r:id="rId65"/>
    <p:sldId id="554" r:id="rId66"/>
    <p:sldId id="543" r:id="rId67"/>
    <p:sldId id="544" r:id="rId68"/>
    <p:sldId id="545" r:id="rId69"/>
    <p:sldId id="547" r:id="rId70"/>
    <p:sldId id="548" r:id="rId71"/>
    <p:sldId id="549" r:id="rId72"/>
    <p:sldId id="550" r:id="rId73"/>
    <p:sldId id="551" r:id="rId74"/>
    <p:sldId id="552" r:id="rId75"/>
    <p:sldId id="588" r:id="rId76"/>
    <p:sldId id="589" r:id="rId77"/>
    <p:sldId id="293" r:id="rId78"/>
    <p:sldId id="306" r:id="rId79"/>
    <p:sldId id="491" r:id="rId80"/>
    <p:sldId id="441" r:id="rId81"/>
    <p:sldId id="469" r:id="rId82"/>
    <p:sldId id="470" r:id="rId83"/>
    <p:sldId id="471" r:id="rId84"/>
    <p:sldId id="472" r:id="rId85"/>
    <p:sldId id="475" r:id="rId86"/>
    <p:sldId id="474" r:id="rId87"/>
    <p:sldId id="540" r:id="rId88"/>
    <p:sldId id="478" r:id="rId89"/>
    <p:sldId id="477" r:id="rId90"/>
    <p:sldId id="490" r:id="rId91"/>
    <p:sldId id="438" r:id="rId92"/>
    <p:sldId id="443" r:id="rId93"/>
    <p:sldId id="446" r:id="rId94"/>
    <p:sldId id="447" r:id="rId95"/>
    <p:sldId id="448" r:id="rId96"/>
    <p:sldId id="458" r:id="rId97"/>
    <p:sldId id="459" r:id="rId98"/>
    <p:sldId id="479" r:id="rId99"/>
    <p:sldId id="556" r:id="rId10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97.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a:solidFill>
                  <a:srgbClr val="7030A0"/>
                </a:solidFill>
              </a:rPr>
              <a:t>localidade de referência ou 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925405" y="1825624"/>
            <a:ext cx="6172809"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14794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formas e texturas</a:t>
            </a:r>
            <a:r>
              <a:rPr lang="pt-BR" dirty="0"/>
              <a:t> </a:t>
            </a:r>
            <a:r>
              <a:rPr lang="pt-BR" b="1" dirty="0">
                <a:solidFill>
                  <a:srgbClr val="00B050"/>
                </a:solidFill>
              </a:rPr>
              <a:t>dependem da organização espacial</a:t>
            </a:r>
            <a:r>
              <a:rPr lang="pt-BR" dirty="0"/>
              <a:t>.</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270064"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localização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 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a:t>
            </a:r>
            <a:r>
              <a:rPr lang="pt-BR"/>
              <a:t>→ objeto</a:t>
            </a:r>
            <a:endParaRPr lang="pt-BR" dirty="0"/>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a:t>
            </a:r>
            <a:r>
              <a:rPr lang="en-US" dirty="0" err="1"/>
              <a:t>intruduz</a:t>
            </a:r>
            <a:r>
              <a:rPr lang="en-US" dirty="0"/>
              <a:t> </a:t>
            </a:r>
            <a:r>
              <a:rPr lang="en-US" dirty="0" err="1"/>
              <a:t>não</a:t>
            </a:r>
            <a:r>
              <a:rPr lang="en-US" dirty="0"/>
              <a:t> </a:t>
            </a:r>
            <a:r>
              <a:rPr lang="en-US" dirty="0" err="1"/>
              <a:t>linearidade</a:t>
            </a:r>
            <a:r>
              <a:rPr lang="pt-BR" dirty="0"/>
              <a:t>.</a:t>
            </a:r>
          </a:p>
          <a:p>
            <a:r>
              <a:rPr lang="pt-BR"/>
              <a:t>Ela é aplicada </a:t>
            </a:r>
            <a:r>
              <a:rPr lang="pt-BR" dirty="0"/>
              <a:t>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16523</TotalTime>
  <Words>8896</Words>
  <Application>Microsoft Office PowerPoint</Application>
  <PresentationFormat>Widescreen</PresentationFormat>
  <Paragraphs>1514</Paragraphs>
  <Slides>99</Slides>
  <Notes>44</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99</vt:i4>
      </vt:variant>
    </vt:vector>
  </HeadingPairs>
  <TitlesOfParts>
    <vt:vector size="112"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2744</cp:revision>
  <dcterms:created xsi:type="dcterms:W3CDTF">2020-01-20T13:50:05Z</dcterms:created>
  <dcterms:modified xsi:type="dcterms:W3CDTF">2026-04-27T19:01:35Z</dcterms:modified>
</cp:coreProperties>
</file>