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handoutMasterIdLst>
    <p:handoutMasterId r:id="rId98"/>
  </p:handoutMasterIdLst>
  <p:sldIdLst>
    <p:sldId id="256" r:id="rId2"/>
    <p:sldId id="347" r:id="rId3"/>
    <p:sldId id="296" r:id="rId4"/>
    <p:sldId id="463" r:id="rId5"/>
    <p:sldId id="517" r:id="rId6"/>
    <p:sldId id="518" r:id="rId7"/>
    <p:sldId id="464" r:id="rId8"/>
    <p:sldId id="470" r:id="rId9"/>
    <p:sldId id="465" r:id="rId10"/>
    <p:sldId id="570"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64" r:id="rId27"/>
    <p:sldId id="533" r:id="rId28"/>
    <p:sldId id="435" r:id="rId29"/>
    <p:sldId id="448" r:id="rId30"/>
    <p:sldId id="536" r:id="rId31"/>
    <p:sldId id="407" r:id="rId32"/>
    <p:sldId id="449" r:id="rId33"/>
    <p:sldId id="409" r:id="rId34"/>
    <p:sldId id="410" r:id="rId35"/>
    <p:sldId id="433" r:id="rId36"/>
    <p:sldId id="411" r:id="rId37"/>
    <p:sldId id="432" r:id="rId38"/>
    <p:sldId id="415" r:id="rId39"/>
    <p:sldId id="412" r:id="rId40"/>
    <p:sldId id="413" r:id="rId41"/>
    <p:sldId id="450" r:id="rId42"/>
    <p:sldId id="434" r:id="rId43"/>
    <p:sldId id="414" r:id="rId44"/>
    <p:sldId id="416" r:id="rId45"/>
    <p:sldId id="451" r:id="rId46"/>
    <p:sldId id="417" r:id="rId47"/>
    <p:sldId id="419" r:id="rId48"/>
    <p:sldId id="425" r:id="rId49"/>
    <p:sldId id="537" r:id="rId50"/>
    <p:sldId id="418" r:id="rId51"/>
    <p:sldId id="539" r:id="rId52"/>
    <p:sldId id="542" r:id="rId53"/>
    <p:sldId id="423" r:id="rId54"/>
    <p:sldId id="424" r:id="rId55"/>
    <p:sldId id="429" r:id="rId56"/>
    <p:sldId id="540" r:id="rId57"/>
    <p:sldId id="431" r:id="rId58"/>
    <p:sldId id="546"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565" r:id="rId76"/>
    <p:sldId id="567" r:id="rId77"/>
    <p:sldId id="568" r:id="rId78"/>
    <p:sldId id="420" r:id="rId79"/>
    <p:sldId id="421" r:id="rId80"/>
    <p:sldId id="338"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452" r:id="rId95"/>
    <p:sldId id="569" r:id="rId9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2010" autoAdjust="0"/>
  </p:normalViewPr>
  <p:slideViewPr>
    <p:cSldViewPr snapToGrid="0">
      <p:cViewPr varScale="1">
        <p:scale>
          <a:sx n="102" d="100"/>
          <a:sy n="102" d="100"/>
        </p:scale>
        <p:origin x="11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handoutMaster" Target="handoutMasters/handout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9.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3.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4.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62.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49.png"/></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8805</TotalTime>
  <Words>13876</Words>
  <Application>Microsoft Office PowerPoint</Application>
  <PresentationFormat>Widescreen</PresentationFormat>
  <Paragraphs>1024</Paragraphs>
  <Slides>95</Slides>
  <Notes>55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95</vt:i4>
      </vt:variant>
    </vt:vector>
  </HeadingPairs>
  <TitlesOfParts>
    <vt:vector size="104"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1970</cp:revision>
  <dcterms:created xsi:type="dcterms:W3CDTF">2020-01-20T13:50:05Z</dcterms:created>
  <dcterms:modified xsi:type="dcterms:W3CDTF">2026-03-16T14:31:55Z</dcterms:modified>
</cp:coreProperties>
</file>