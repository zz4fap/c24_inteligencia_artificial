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4"/>
  </p:notesMasterIdLst>
  <p:handoutMasterIdLst>
    <p:handoutMasterId r:id="rId125"/>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580" r:id="rId51"/>
    <p:sldId id="424" r:id="rId52"/>
    <p:sldId id="429" r:id="rId53"/>
    <p:sldId id="540" r:id="rId54"/>
    <p:sldId id="431" r:id="rId55"/>
    <p:sldId id="583" r:id="rId56"/>
    <p:sldId id="584" r:id="rId57"/>
    <p:sldId id="554" r:id="rId58"/>
    <p:sldId id="555" r:id="rId59"/>
    <p:sldId id="549" r:id="rId60"/>
    <p:sldId id="461" r:id="rId61"/>
    <p:sldId id="557" r:id="rId62"/>
    <p:sldId id="558" r:id="rId63"/>
    <p:sldId id="559" r:id="rId64"/>
    <p:sldId id="560" r:id="rId65"/>
    <p:sldId id="561" r:id="rId66"/>
    <p:sldId id="562" r:id="rId67"/>
    <p:sldId id="563" r:id="rId68"/>
    <p:sldId id="543" r:id="rId69"/>
    <p:sldId id="437" r:id="rId70"/>
    <p:sldId id="436" r:id="rId71"/>
    <p:sldId id="443" r:id="rId72"/>
    <p:sldId id="444" r:id="rId73"/>
    <p:sldId id="565" r:id="rId74"/>
    <p:sldId id="567" r:id="rId75"/>
    <p:sldId id="568" r:id="rId76"/>
    <p:sldId id="604" r:id="rId77"/>
    <p:sldId id="605" r:id="rId78"/>
    <p:sldId id="467" r:id="rId79"/>
    <p:sldId id="338" r:id="rId80"/>
    <p:sldId id="573"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608" r:id="rId95"/>
    <p:sldId id="607" r:id="rId96"/>
    <p:sldId id="452" r:id="rId97"/>
    <p:sldId id="569" r:id="rId98"/>
    <p:sldId id="589" r:id="rId99"/>
    <p:sldId id="582" r:id="rId100"/>
    <p:sldId id="586" r:id="rId101"/>
    <p:sldId id="587" r:id="rId102"/>
    <p:sldId id="588" r:id="rId103"/>
    <p:sldId id="590" r:id="rId104"/>
    <p:sldId id="591" r:id="rId105"/>
    <p:sldId id="592" r:id="rId106"/>
    <p:sldId id="593" r:id="rId107"/>
    <p:sldId id="594" r:id="rId108"/>
    <p:sldId id="595" r:id="rId109"/>
    <p:sldId id="597" r:id="rId110"/>
    <p:sldId id="600" r:id="rId111"/>
    <p:sldId id="458" r:id="rId112"/>
    <p:sldId id="601" r:id="rId113"/>
    <p:sldId id="384" r:id="rId114"/>
    <p:sldId id="602" r:id="rId115"/>
    <p:sldId id="611" r:id="rId116"/>
    <p:sldId id="459" r:id="rId117"/>
    <p:sldId id="610" r:id="rId118"/>
    <p:sldId id="399" r:id="rId119"/>
    <p:sldId id="397" r:id="rId120"/>
    <p:sldId id="609" r:id="rId121"/>
    <p:sldId id="579" r:id="rId122"/>
    <p:sldId id="577" r:id="rId12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1404" autoAdjust="0"/>
  </p:normalViewPr>
  <p:slideViewPr>
    <p:cSldViewPr snapToGrid="0">
      <p:cViewPr varScale="1">
        <p:scale>
          <a:sx n="101" d="100"/>
          <a:sy n="101" d="100"/>
        </p:scale>
        <p:origin x="1218" y="10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notesMaster" Target="notesMasters/notesMaster1.xml"/><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microsoft.com/office/2016/11/relationships/changesInfo" Target="changesInfos/changesInfo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3.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99</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100</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i="1" smtClean="0">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60.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620.png"/></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58.png"/></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png"/><Relationship Id="rId4" Type="http://schemas.openxmlformats.org/officeDocument/2006/relationships/image" Target="../media/image64.png"/></Relationships>
</file>

<file path=ppt/slides/_rels/slide7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jpeg"/><Relationship Id="rId4" Type="http://schemas.openxmlformats.org/officeDocument/2006/relationships/image" Target="../media/image6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5.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7.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NULL"/><Relationship Id="rId4" Type="http://schemas.openxmlformats.org/officeDocument/2006/relationships/image" Target="NUL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8.png"/></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2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smtClean="0">
                                    <a:latin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i="1">
                                    <a:latin typeface="Cambria Math" panose="02040503050406030204" pitchFamily="18" charset="0"/>
                                    <a:ea typeface="Cambria Math" panose="02040503050406030204" pitchFamily="18" charset="0"/>
                                  </a:rPr>
                                </m:ctrlPr>
                              </m:sSubSupPr>
                              <m:e>
                                <m:d>
                                  <m:dPr>
                                    <m:begChr m:val="‖"/>
                                    <m:endChr m:val="‖"/>
                                    <m:ctrlPr>
                                      <a:rPr lang="pt-BR" sz="2400" i="1">
                                        <a:latin typeface="Cambria Math" panose="02040503050406030204" pitchFamily="18" charset="0"/>
                                        <a:ea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r>
                      <a:rPr lang="pt-BR" sz="2200">
                        <a:latin typeface="Cambria Math" panose="02040503050406030204" pitchFamily="18" charset="0"/>
                      </a:rPr>
                      <m:t>=</m:t>
                    </m:r>
                    <m:sSup>
                      <m:sSupPr>
                        <m:ctrlPr>
                          <a:rPr lang="pt-BR" sz="2200" i="1">
                            <a:latin typeface="Cambria Math" panose="02040503050406030204" pitchFamily="18" charset="0"/>
                          </a:rPr>
                        </m:ctrlPr>
                      </m:sSupPr>
                      <m:e>
                        <m:d>
                          <m:dPr>
                            <m:ctrlPr>
                              <a:rPr lang="pt-BR" sz="2200" i="1">
                                <a:latin typeface="Cambria Math" panose="02040503050406030204" pitchFamily="18" charset="0"/>
                              </a:rPr>
                            </m:ctrlPr>
                          </m:dPr>
                          <m:e>
                            <m:sSup>
                              <m:sSupPr>
                                <m:ctrlPr>
                                  <a:rPr lang="pt-BR" sz="2200" i="1">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smtClean="0">
                                <a:latin typeface="Cambria Math" panose="02040503050406030204" pitchFamily="18" charset="0"/>
                                <a:ea typeface="Cambria Math" panose="02040503050406030204" pitchFamily="18" charset="0"/>
                              </a:rPr>
                            </m:ctrlPr>
                          </m:dPr>
                          <m:e>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r>
                        <m:rPr>
                          <m:nor/>
                        </m:rPr>
                        <a:rPr lang="pt-BR"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e>
                    </m:d>
                    <m:r>
                      <m:rPr>
                        <m:nor/>
                      </m:rPr>
                      <a:rPr lang="pt-BR">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mc:Choice xmlns:a14="http://schemas.microsoft.com/office/drawing/2010/main"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9321</TotalTime>
  <Words>20732</Words>
  <Application>Microsoft Office PowerPoint</Application>
  <PresentationFormat>Widescreen</PresentationFormat>
  <Paragraphs>1423</Paragraphs>
  <Slides>122</Slides>
  <Notes>75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122</vt:i4>
      </vt:variant>
    </vt:vector>
  </HeadingPairs>
  <TitlesOfParts>
    <vt:vector size="130"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PowerPoint Presentation</vt:lpstr>
      <vt:lpstr>Regularização</vt:lpstr>
      <vt:lpstr>Early-stopping (parada antecipada)</vt:lpstr>
      <vt:lpstr>Exemplo</vt:lpstr>
      <vt:lpstr>Avisos</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Regressão polinomial</vt:lpstr>
      <vt:lpstr>PowerPoint Presentation</vt:lpstr>
      <vt:lpstr>Impacto de outliers no modelo aprendido</vt:lpstr>
      <vt:lpstr>PowerPoint Presentation</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2117</cp:revision>
  <dcterms:created xsi:type="dcterms:W3CDTF">2020-01-20T13:50:05Z</dcterms:created>
  <dcterms:modified xsi:type="dcterms:W3CDTF">2026-04-02T13:15:14Z</dcterms:modified>
</cp:coreProperties>
</file>