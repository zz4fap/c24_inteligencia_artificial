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handoutMasterIdLst>
    <p:handoutMasterId r:id="rId70"/>
  </p:handoutMasterIdLst>
  <p:sldIdLst>
    <p:sldId id="256" r:id="rId2"/>
    <p:sldId id="296" r:id="rId3"/>
    <p:sldId id="463" r:id="rId4"/>
    <p:sldId id="517" r:id="rId5"/>
    <p:sldId id="518" r:id="rId6"/>
    <p:sldId id="464" r:id="rId7"/>
    <p:sldId id="470" r:id="rId8"/>
    <p:sldId id="471" r:id="rId9"/>
    <p:sldId id="472" r:id="rId10"/>
    <p:sldId id="465" r:id="rId11"/>
    <p:sldId id="520" r:id="rId12"/>
    <p:sldId id="522" r:id="rId13"/>
    <p:sldId id="523" r:id="rId14"/>
    <p:sldId id="524" r:id="rId15"/>
    <p:sldId id="481" r:id="rId16"/>
    <p:sldId id="525" r:id="rId17"/>
    <p:sldId id="320" r:id="rId18"/>
    <p:sldId id="526" r:id="rId19"/>
    <p:sldId id="527" r:id="rId20"/>
    <p:sldId id="547" r:id="rId21"/>
    <p:sldId id="528" r:id="rId22"/>
    <p:sldId id="529" r:id="rId23"/>
    <p:sldId id="541" r:id="rId24"/>
    <p:sldId id="532" r:id="rId25"/>
    <p:sldId id="533" r:id="rId26"/>
    <p:sldId id="435" r:id="rId27"/>
    <p:sldId id="448" r:id="rId28"/>
    <p:sldId id="536" r:id="rId29"/>
    <p:sldId id="407" r:id="rId30"/>
    <p:sldId id="449" r:id="rId31"/>
    <p:sldId id="409" r:id="rId32"/>
    <p:sldId id="410" r:id="rId33"/>
    <p:sldId id="433" r:id="rId34"/>
    <p:sldId id="411" r:id="rId35"/>
    <p:sldId id="432" r:id="rId36"/>
    <p:sldId id="415" r:id="rId37"/>
    <p:sldId id="412" r:id="rId38"/>
    <p:sldId id="413" r:id="rId39"/>
    <p:sldId id="450" r:id="rId40"/>
    <p:sldId id="434" r:id="rId41"/>
    <p:sldId id="414" r:id="rId42"/>
    <p:sldId id="416" r:id="rId43"/>
    <p:sldId id="451" r:id="rId44"/>
    <p:sldId id="417" r:id="rId45"/>
    <p:sldId id="419" r:id="rId46"/>
    <p:sldId id="425" r:id="rId47"/>
    <p:sldId id="537" r:id="rId48"/>
    <p:sldId id="418" r:id="rId49"/>
    <p:sldId id="539" r:id="rId50"/>
    <p:sldId id="542" r:id="rId51"/>
    <p:sldId id="423" r:id="rId52"/>
    <p:sldId id="424" r:id="rId53"/>
    <p:sldId id="429" r:id="rId54"/>
    <p:sldId id="540" r:id="rId55"/>
    <p:sldId id="431" r:id="rId56"/>
    <p:sldId id="546" r:id="rId57"/>
    <p:sldId id="543" r:id="rId58"/>
    <p:sldId id="437" r:id="rId59"/>
    <p:sldId id="436" r:id="rId60"/>
    <p:sldId id="443" r:id="rId61"/>
    <p:sldId id="444" r:id="rId62"/>
    <p:sldId id="420" r:id="rId63"/>
    <p:sldId id="421" r:id="rId64"/>
    <p:sldId id="338" r:id="rId65"/>
    <p:sldId id="370" r:id="rId66"/>
    <p:sldId id="293" r:id="rId67"/>
    <p:sldId id="306" r:id="rId6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59</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5.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7.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62.png"/></Relationships>
</file>

<file path=ppt/slides/_rels/slide6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487311"/>
            <a:ext cx="10515600" cy="3883378"/>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p>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8631</TotalTime>
  <Words>10139</Words>
  <Application>Microsoft Office PowerPoint</Application>
  <PresentationFormat>Widescreen</PresentationFormat>
  <Paragraphs>739</Paragraphs>
  <Slides>67</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67</vt:i4>
      </vt:variant>
    </vt:vector>
  </HeadingPairs>
  <TitlesOfParts>
    <vt:vector size="76"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Validação cruzada</vt:lpstr>
      <vt:lpstr>Validação cruzada</vt:lpstr>
      <vt:lpstr>Validação cruzada</vt:lpstr>
      <vt:lpstr>k-fold</vt:lpstr>
      <vt:lpstr>k-fold</vt:lpstr>
      <vt:lpstr>Inferência</vt:lpstr>
      <vt:lpstr>Generalização</vt:lpstr>
      <vt:lpstr>Exemplo</vt:lpstr>
      <vt:lpstr>Lista de exercícios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1904</cp:revision>
  <dcterms:created xsi:type="dcterms:W3CDTF">2020-01-20T13:50:05Z</dcterms:created>
  <dcterms:modified xsi:type="dcterms:W3CDTF">2026-02-16T12:58:37Z</dcterms:modified>
</cp:coreProperties>
</file>