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519" r:id="rId11"/>
    <p:sldId id="293" r:id="rId12"/>
    <p:sldId id="306" r:id="rId1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mais simples, antigos e usados algoritmos de aprendizado de máquina.</a:t>
            </a:r>
          </a:p>
          <a:p>
            <a:r>
              <a:rPr lang="pt-BR" dirty="0"/>
              <a:t>Vai nos dar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7184A45B-D6CC-54CD-EE0B-7CE85A9D94D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79861" y="2379643"/>
            <a:chExt cx="4622500" cy="3152391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AF1170FE-5534-DC43-8150-E2919F18F2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63" t="9957" r="8514"/>
            <a:stretch/>
          </p:blipFill>
          <p:spPr>
            <a:xfrm>
              <a:off x="379861" y="2379643"/>
              <a:ext cx="4622500" cy="31523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491C75-CC2B-4E6F-00D1-D7BCDA1CAC51}"/>
                    </a:ext>
                  </a:extLst>
                </p:cNvPr>
                <p:cNvSpPr txBox="1"/>
                <p:nvPr/>
              </p:nvSpPr>
              <p:spPr>
                <a:xfrm>
                  <a:off x="3410072" y="3635566"/>
                  <a:ext cx="7381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491C75-CC2B-4E6F-00D1-D7BCDA1CA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0072" y="3635566"/>
                  <a:ext cx="73813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29596D1D-F48C-73D6-3778-6E52A3153EFC}"/>
                </a:ext>
              </a:extLst>
            </p:cNvPr>
            <p:cNvCxnSpPr/>
            <p:nvPr/>
          </p:nvCxnSpPr>
          <p:spPr>
            <a:xfrm>
              <a:off x="3150824" y="3602516"/>
              <a:ext cx="374574" cy="19830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minimização da diferença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i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i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i="1" dirty="0"/>
                  <a:t>rótulos</a:t>
                </a:r>
                <a:r>
                  <a:rPr lang="pt-BR" dirty="0"/>
                  <a:t>),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i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2650-1C1A-E0B4-4844-CCDD72B1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26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7971</TotalTime>
  <Words>742</Words>
  <Application>Microsoft Office PowerPoint</Application>
  <PresentationFormat>Widescreen</PresentationFormat>
  <Paragraphs>67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Tema do Office</vt:lpstr>
      <vt:lpstr>C24 – Inteligência Artificial: Regressão</vt:lpstr>
      <vt:lpstr>Motivação</vt:lpstr>
      <vt:lpstr>Motivação</vt:lpstr>
      <vt:lpstr>PowerPoint Presentation</vt:lpstr>
      <vt:lpstr>PowerPoint Presentation</vt:lpstr>
      <vt:lpstr>Regressão linear</vt:lpstr>
      <vt:lpstr>Qual o objetivo da regressão linear?</vt:lpstr>
      <vt:lpstr>Qual é o paradigma de aprendizado?</vt:lpstr>
      <vt:lpstr>Qual é o paradigma de aprendizado?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1740</cp:revision>
  <dcterms:created xsi:type="dcterms:W3CDTF">2020-01-20T13:50:05Z</dcterms:created>
  <dcterms:modified xsi:type="dcterms:W3CDTF">2026-02-09T00:03:08Z</dcterms:modified>
</cp:coreProperties>
</file>