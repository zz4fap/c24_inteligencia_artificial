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0073" autoAdjust="0"/>
  </p:normalViewPr>
  <p:slideViewPr>
    <p:cSldViewPr snapToGrid="0">
      <p:cViewPr varScale="1">
        <p:scale>
          <a:sx n="66" d="100"/>
          <a:sy n="66" d="100"/>
        </p:scale>
        <p:origin x="1056"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presProps" Target="presProps.xml"/><Relationship Id="rId13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24/08/2026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24/08/2026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r>
              <a:rPr lang="pt-BR" dirty="0"/>
              <a:t/>
            </a:r>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9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6.jpeg"/></Relationships>
</file>

<file path=ppt/slides/_rels/slide64.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59.png"/></Relationships>
</file>

<file path=ppt/slides/_rels/slide7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78.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jpeg"/><Relationship Id="rId4" Type="http://schemas.openxmlformats.org/officeDocument/2006/relationships/image" Target="../media/image6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NUL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3.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6.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7.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0.png"/></Relationships>
</file>

<file path=ppt/slides/_rels/slide1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r>
                  <a:rPr lang="pt-BR" dirty="0"/>
                  <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h</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h</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h</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val="2676689337"/>
                        </a:ext>
                      </a:extLst>
                    </a:gridCol>
                    <a:gridCol w="5046642">
                      <a:extLst>
                        <a:ext uri="{9D8B030D-6E8A-4147-A177-3AD203B41FA5}">
                          <a16:colId xmlns="" xmlns:a16="http://schemas.microsoft.com/office/drawing/2014/main" val="921422884"/>
                        </a:ext>
                      </a:extLst>
                    </a:gridCol>
                    <a:gridCol w="4654613">
                      <a:extLst>
                        <a:ext uri="{9D8B030D-6E8A-4147-A177-3AD203B41FA5}">
                          <a16:colId xmlns=""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a:t>
                          </a:r>
                          <a:r>
                            <a:rPr lang="pt-BR" sz="2000" noProof="0" dirty="0" smtClean="0">
                              <a:latin typeface="+mn-lt"/>
                            </a:rPr>
                            <a:t>da</a:t>
                          </a:r>
                          <a:r>
                            <a:rPr lang="pt-BR" sz="2000" baseline="0" noProof="0" dirty="0" smtClean="0">
                              <a:latin typeface="+mn-lt"/>
                            </a:rPr>
                            <a:t> </a:t>
                          </a:r>
                          <a:r>
                            <a:rPr lang="pt-BR" sz="2000" baseline="0" noProof="0" dirty="0">
                              <a:latin typeface="+mn-lt"/>
                            </a:rPr>
                            <a:t>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070400338"/>
                      </a:ext>
                    </a:extLst>
                  </a:tr>
                </a:tbl>
              </a:graphicData>
            </a:graphic>
          </p:graphicFrame>
        </mc:Choice>
        <mc:Fallback>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a:t>
                </a:r>
                <a:r>
                  <a:rPr lang="pt-BR" b="1" dirty="0" smtClean="0">
                    <a:solidFill>
                      <a:schemeClr val="accent2"/>
                    </a:solidFill>
                  </a:rPr>
                  <a:t>e visual da </a:t>
                </a:r>
                <a:r>
                  <a:rPr lang="pt-BR" b="1" dirty="0">
                    <a:solidFill>
                      <a:schemeClr val="accent2"/>
                    </a:solidFill>
                  </a:rPr>
                  <a:t>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0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smtClean="0"/>
                  <a:t>terá </a:t>
                </a:r>
                <a:r>
                  <a:rPr lang="pt-BR" b="1" dirty="0"/>
                  <a:t>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 xmlns:a16="http://schemas.microsoft.com/office/drawing/2014/main"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 xmlns:a16="http://schemas.microsoft.com/office/drawing/2014/main"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smtClean="0"/>
              <a:t>Qual é a i</a:t>
            </a:r>
            <a:r>
              <a:rPr lang="pt-BR" sz="5400" dirty="0" smtClean="0"/>
              <a:t>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t>
                </a:r>
                <a:r>
                  <a:rPr lang="pt-BR" b="1" dirty="0" smtClean="0">
                    <a:solidFill>
                      <a:srgbClr val="00B0F0"/>
                    </a:solidFill>
                  </a:rPr>
                  <a:t>aleatórios </a:t>
                </a:r>
                <a:r>
                  <a:rPr lang="pt-BR" b="1" dirty="0"/>
                  <a:t>(i.e., </a:t>
                </a:r>
                <a:r>
                  <a:rPr lang="pt-BR" b="1" dirty="0" smtClean="0"/>
                  <a:t>ponto aleatório) </a:t>
                </a:r>
                <a:r>
                  <a:rPr lang="pt-BR" dirty="0" smtClean="0"/>
                  <a:t>.</a:t>
                </a:r>
                <a:endParaRPr lang="pt-BR" dirty="0"/>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 xmlns:a16="http://schemas.microsoft.com/office/drawing/2014/main"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579387" y="1825624"/>
                <a:ext cx="652318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taxa de aprendizagem</a:t>
                </a:r>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79387" y="1825624"/>
                <a:ext cx="6523180" cy="5032376"/>
              </a:xfrm>
              <a:blipFill>
                <a:blip r:embed="rId3"/>
                <a:stretch>
                  <a:fillRect l="-1682" t="-1937" r="-3084"/>
                </a:stretch>
              </a:blipFill>
            </p:spPr>
            <p:txBody>
              <a:bodyPr/>
              <a:lstStyle/>
              <a:p>
                <a:r>
                  <a:rPr lang="en-US">
                    <a:noFill/>
                  </a:rPr>
                  <a:t> </a:t>
                </a:r>
              </a:p>
            </p:txBody>
          </p:sp>
        </mc:Fallback>
      </mc:AlternateContent>
      <p:grpSp>
        <p:nvGrpSpPr>
          <p:cNvPr id="52" name="Agrupar 51">
            <a:extLst>
              <a:ext uri="{FF2B5EF4-FFF2-40B4-BE49-F238E27FC236}">
                <a16:creationId xmlns=""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a:p>
                <a:pPr marL="0" indent="0">
                  <a:buNone/>
                </a:pPr>
                <a:endParaRPr lang="pt-BR"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742" t="-1937" r="-3291" b="-3027"/>
                </a:stretch>
              </a:blipFill>
            </p:spPr>
            <p:txBody>
              <a:bodyPr/>
              <a:lstStyle/>
              <a:p>
                <a:r>
                  <a:rPr lang="en-US">
                    <a:noFill/>
                  </a:rPr>
                  <a:t> </a:t>
                </a:r>
              </a:p>
            </p:txBody>
          </p:sp>
        </mc:Fallback>
      </mc:AlternateContent>
      <p:grpSp>
        <p:nvGrpSpPr>
          <p:cNvPr id="52" name="Agrupar 51">
            <a:extLst>
              <a:ext uri="{FF2B5EF4-FFF2-40B4-BE49-F238E27FC236}">
                <a16:creationId xmlns=""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 xmlns:a16="http://schemas.microsoft.com/office/drawing/2014/main" id="{01C22BBB-35EB-E308-FDB7-BCA9B063B091}"/>
              </a:ext>
            </a:extLst>
          </p:cNvPr>
          <p:cNvSpPr txBox="1"/>
          <p:nvPr/>
        </p:nvSpPr>
        <p:spPr>
          <a:xfrm>
            <a:off x="7557417" y="5186806"/>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 xmlns:a16="http://schemas.microsoft.com/office/drawing/2014/main" id="{A6DFF2D4-9482-CE1A-10F2-E2E0D4FD3158}"/>
              </a:ext>
            </a:extLst>
          </p:cNvPr>
          <p:cNvCxnSpPr>
            <a:cxnSpLocks/>
          </p:cNvCxnSpPr>
          <p:nvPr/>
        </p:nvCxnSpPr>
        <p:spPr>
          <a:xfrm flipH="1">
            <a:off x="8896350" y="4610100"/>
            <a:ext cx="200025" cy="57670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grpSp>
        <p:nvGrpSpPr>
          <p:cNvPr id="52" name="Agrupar 51">
            <a:extLst>
              <a:ext uri="{FF2B5EF4-FFF2-40B4-BE49-F238E27FC236}">
                <a16:creationId xmlns=""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 xmlns:a16="http://schemas.microsoft.com/office/drawing/2014/main"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agora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grpSp>
        <p:nvGrpSpPr>
          <p:cNvPr id="52" name="Agrupar 51">
            <a:extLst>
              <a:ext uri="{FF2B5EF4-FFF2-40B4-BE49-F238E27FC236}">
                <a16:creationId xmlns="" xmlns:a16="http://schemas.microsoft.com/office/drawing/2014/main" id="{4B27E292-8EDA-771F-C523-04EA3AFE2EA0}"/>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 xmlns:a16="http://schemas.microsoft.com/office/drawing/2014/main" id="{9A12137B-7F18-FBD1-C41B-49EAEE2E86BB}"/>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 xmlns:a16="http://schemas.microsoft.com/office/drawing/2014/main" id="{6601733F-F691-6113-4CE5-21289B583C5B}"/>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 xmlns:a16="http://schemas.microsoft.com/office/drawing/2014/main" id="{B8CFE0C7-A4E7-CB3C-2885-FF1D03CA5B1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36BD4D9E-8F31-6602-8EEC-75C6316A991D}"/>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 xmlns:a16="http://schemas.microsoft.com/office/drawing/2014/main" id="{2628AFDC-5BFB-8F3F-6004-42AA7668BB44}"/>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 xmlns:a16="http://schemas.microsoft.com/office/drawing/2014/main" id="{6658C28E-0283-FC4A-0B5C-5DCDAE0EE825}"/>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 xmlns:a16="http://schemas.microsoft.com/office/drawing/2014/main" id="{1B97234F-4121-972D-142A-35653790BFFF}"/>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 xmlns:a16="http://schemas.microsoft.com/office/drawing/2014/main" id="{6A266EC2-2029-0C02-4116-56D7140603B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 xmlns:a16="http://schemas.microsoft.com/office/drawing/2014/main" id="{A0E030FB-67BC-546E-A99D-10C41F6A8A3D}"/>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DFCED1A8-F4A0-74EF-81A0-62573FF0B969}"/>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 xmlns:a16="http://schemas.microsoft.com/office/drawing/2014/main" id="{8DDE6786-40C0-06F9-CF5C-BA07DAFCB799}"/>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 xmlns:a16="http://schemas.microsoft.com/office/drawing/2014/main" id="{CAA5059E-2CB9-4291-0468-98399C4B277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 xmlns:a16="http://schemas.microsoft.com/office/drawing/2014/main" id="{8CE3E78D-2832-6D21-5620-AF91D0D92A40}"/>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009E9506-63AD-0EFC-ECF4-7CD8F23DBFF3}"/>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 xmlns:a16="http://schemas.microsoft.com/office/drawing/2014/main" id="{3616B305-9CB0-B473-C7BF-EA4FB5BC2D55}"/>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 xmlns:a16="http://schemas.microsoft.com/office/drawing/2014/main" id="{D8D8EBA8-9252-FA17-0758-3EC098D4A552}"/>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 xmlns:a16="http://schemas.microsoft.com/office/drawing/2014/main" id="{5C3BA385-0F21-9DE3-C731-2E356FD76FBC}"/>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 xmlns:a16="http://schemas.microsoft.com/office/drawing/2014/main" id="{2D44C00B-D931-A8A7-3AD9-75A394317A2C}"/>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 xmlns:a16="http://schemas.microsoft.com/office/drawing/2014/main" id="{FBAEB95B-710F-E24C-28C3-5A9AC998E627}"/>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 xmlns:a16="http://schemas.microsoft.com/office/drawing/2014/main" id="{C175C0BA-5097-143C-81A3-F410417F7E1C}"/>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 xmlns:a16="http://schemas.microsoft.com/office/drawing/2014/main" id="{7BA96501-5A5A-E5AB-9D1D-9FD5C2346EB1}"/>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C19EAC35-A140-C8F7-7653-05C10318AAB8}"/>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 xmlns:a16="http://schemas.microsoft.com/office/drawing/2014/main"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a:t>
            </a:r>
            <a:r>
              <a:rPr lang="pt-BR" dirty="0" smtClean="0"/>
              <a:t>muitas iterações</a:t>
            </a:r>
            <a:r>
              <a:rPr lang="pt-BR" dirty="0"/>
              <a:t>,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i="1"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smtClean="0">
                              <a:latin typeface="Cambria Math" panose="02040503050406030204" pitchFamily="18" charset="0"/>
                            </a:rPr>
                          </m:ctrlPr>
                        </m:sSupPr>
                        <m:e>
                          <m:r>
                            <a:rPr lang="pt-BR"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i="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i="0" dirty="0"/>
                          <m:t>Fun</m:t>
                        </m:r>
                        <m:r>
                          <m:rPr>
                            <m:nor/>
                          </m:rPr>
                          <a:rPr lang="pt-BR" i="0" dirty="0"/>
                          <m:t>çã</m:t>
                        </m:r>
                        <m:r>
                          <m:rPr>
                            <m:nor/>
                          </m:rPr>
                          <a:rPr lang="pt-BR" i="0" dirty="0"/>
                          <m:t>o</m:t>
                        </m:r>
                        <m:r>
                          <m:rPr>
                            <m:nor/>
                          </m:rPr>
                          <a:rPr lang="pt-BR" i="0" dirty="0"/>
                          <m:t> </m:t>
                        </m:r>
                        <m:r>
                          <m:rPr>
                            <m:nor/>
                          </m:rPr>
                          <a:rPr lang="pt-BR" i="0" dirty="0"/>
                          <m:t>de</m:t>
                        </m:r>
                        <m:r>
                          <m:rPr>
                            <m:nor/>
                          </m:rPr>
                          <a:rPr lang="pt-BR" i="0" dirty="0"/>
                          <m:t> </m:t>
                        </m:r>
                        <m:r>
                          <m:rPr>
                            <m:nor/>
                          </m:rPr>
                          <a:rPr lang="pt-BR" i="0" dirty="0"/>
                          <m:t>erro</m:t>
                        </m:r>
                        <m:r>
                          <m:rPr>
                            <m:nor/>
                          </m:rPr>
                          <a:rPr lang="pt-BR" i="0"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9680</TotalTime>
  <Words>16163</Words>
  <Application>Microsoft Office PowerPoint</Application>
  <PresentationFormat>Widescreen</PresentationFormat>
  <Paragraphs>1488</Paragraphs>
  <Slides>126</Slides>
  <Notes>81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2208</cp:revision>
  <dcterms:created xsi:type="dcterms:W3CDTF">2020-01-20T13:50:05Z</dcterms:created>
  <dcterms:modified xsi:type="dcterms:W3CDTF">2026-08-24T21:50:16Z</dcterms:modified>
</cp:coreProperties>
</file>