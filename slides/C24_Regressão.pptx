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307" r:id="rId3"/>
    <p:sldId id="308" r:id="rId4"/>
    <p:sldId id="309" r:id="rId5"/>
    <p:sldId id="310" r:id="rId6"/>
    <p:sldId id="311" r:id="rId7"/>
    <p:sldId id="312" r:id="rId8"/>
    <p:sldId id="313" r:id="rId9"/>
    <p:sldId id="293" r:id="rId10"/>
    <p:sldId id="306" r:id="rId1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8/02/2026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08/02/2026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Regressão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Fundamentação teórica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 e funcionamento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Treinamento e otimização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22F88A5-87D1-340F-853F-8C2ED8F8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Exemplo(s) de aplicação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7883</TotalTime>
  <Words>48</Words>
  <Application>Microsoft Office PowerPoint</Application>
  <PresentationFormat>Widescreen</PresentationFormat>
  <Paragraphs>13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Tema do Office</vt:lpstr>
      <vt:lpstr>C24 – Inteligência Artificial: Regressão</vt:lpstr>
      <vt:lpstr>Introdução</vt:lpstr>
      <vt:lpstr>Fundamentação teórica</vt:lpstr>
      <vt:lpstr>Arquitetura e funcionamento</vt:lpstr>
      <vt:lpstr>Treinamento e otimização</vt:lpstr>
      <vt:lpstr>Vantagens e desvantagens</vt:lpstr>
      <vt:lpstr>Exemplo(s) de aplicação</vt:lpstr>
      <vt:lpstr>Comparação com outros algoritmos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1730</cp:revision>
  <dcterms:created xsi:type="dcterms:W3CDTF">2020-01-20T13:50:05Z</dcterms:created>
  <dcterms:modified xsi:type="dcterms:W3CDTF">2026-02-08T13:25:58Z</dcterms:modified>
</cp:coreProperties>
</file>