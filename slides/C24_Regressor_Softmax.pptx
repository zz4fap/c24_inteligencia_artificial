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308" r:id="rId3"/>
    <p:sldId id="309" r:id="rId4"/>
    <p:sldId id="310" r:id="rId5"/>
    <p:sldId id="307" r:id="rId6"/>
    <p:sldId id="293" r:id="rId7"/>
    <p:sldId id="306" r:id="rId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25/02/2026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Regressor</a:t>
            </a:r>
            <a:r>
              <a:rPr lang="pt-BR" sz="7200" b="1" i="1" dirty="0"/>
              <a:t> </a:t>
            </a:r>
            <a:r>
              <a:rPr lang="pt-BR" sz="7200" b="1" i="1" dirty="0" err="1"/>
              <a:t>Softmax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7CAF7-CD11-B625-100A-D1E70D202B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70956"/>
            <a:ext cx="10515600" cy="1716088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5400" i="1" dirty="0"/>
              <a:t>Como resolvemos problemas de classificação com mais de duas classes?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002263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F1E72-E152-FACB-6D03-BFF5E68C50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27312"/>
            <a:ext cx="10515600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sz="5000" i="1" dirty="0"/>
              <a:t>O regressor logístico é limitado a apenas duas classes.</a:t>
            </a:r>
            <a:endParaRPr lang="en-US" sz="5000" i="1" dirty="0"/>
          </a:p>
        </p:txBody>
      </p:sp>
    </p:spTree>
    <p:extLst>
      <p:ext uri="{BB962C8B-B14F-4D97-AF65-F5344CB8AC3E}">
        <p14:creationId xmlns:p14="http://schemas.microsoft.com/office/powerpoint/2010/main" val="3010776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D24C2-D54D-FEB5-FDA7-95B90D639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D060-FBEE-2672-1856-348481B48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874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129CB-DD74-6458-C483-13C1F6CC8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SoftmaxRegression: Multiclass version of logistic regression - mlxtend">
            <a:extLst>
              <a:ext uri="{FF2B5EF4-FFF2-40B4-BE49-F238E27FC236}">
                <a16:creationId xmlns:a16="http://schemas.microsoft.com/office/drawing/2014/main" id="{65016EAD-25DD-EBF2-4113-C9BFF5E85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038" y="2343150"/>
            <a:ext cx="5219019" cy="3980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3392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7902</TotalTime>
  <Words>48</Words>
  <Application>Microsoft Office PowerPoint</Application>
  <PresentationFormat>Widescreen</PresentationFormat>
  <Paragraphs>8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Tema do Office</vt:lpstr>
      <vt:lpstr>C24 – Inteligência Artificial: Regressor Softmax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1733</cp:revision>
  <dcterms:created xsi:type="dcterms:W3CDTF">2020-01-20T13:50:05Z</dcterms:created>
  <dcterms:modified xsi:type="dcterms:W3CDTF">2026-02-25T11:29:13Z</dcterms:modified>
</cp:coreProperties>
</file>