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2"/>
    <p:sldId id="293" r:id="rId3"/>
    <p:sldId id="306" r:id="rId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err="1" smtClean="0"/>
              <a:t>Regressor</a:t>
            </a:r>
            <a:r>
              <a:rPr lang="pt-BR" sz="7200" b="1" i="1" dirty="0" smtClean="0"/>
              <a:t> </a:t>
            </a:r>
            <a:r>
              <a:rPr lang="pt-BR" sz="7200" b="1" i="1" dirty="0" err="1" smtClean="0"/>
              <a:t>Softmax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7883</TotalTime>
  <Words>18</Words>
  <Application>Microsoft Office PowerPoint</Application>
  <PresentationFormat>Widescreen</PresentationFormat>
  <Paragraphs>6</Paragraphs>
  <Slides>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Tema do Office</vt:lpstr>
      <vt:lpstr>C24 – Inteligência Artificial: Regressor Softmax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1730</cp:revision>
  <dcterms:created xsi:type="dcterms:W3CDTF">2020-01-20T13:50:05Z</dcterms:created>
  <dcterms:modified xsi:type="dcterms:W3CDTF">2026-02-22T20:01:52Z</dcterms:modified>
</cp:coreProperties>
</file>