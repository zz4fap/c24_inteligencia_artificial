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458" r:id="rId16"/>
    <p:sldId id="328" r:id="rId17"/>
    <p:sldId id="459" r:id="rId18"/>
    <p:sldId id="332" r:id="rId19"/>
    <p:sldId id="333" r:id="rId20"/>
    <p:sldId id="329" r:id="rId21"/>
    <p:sldId id="330" r:id="rId22"/>
    <p:sldId id="460" r:id="rId23"/>
    <p:sldId id="331" r:id="rId24"/>
    <p:sldId id="462" r:id="rId25"/>
    <p:sldId id="461" r:id="rId26"/>
    <p:sldId id="334" r:id="rId27"/>
    <p:sldId id="457" r:id="rId28"/>
    <p:sldId id="336" r:id="rId29"/>
    <p:sldId id="337" r:id="rId3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xmlns="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5999" y="2479702"/>
            <a:ext cx="596537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</a:t>
            </a:r>
            <a:r>
              <a:rPr lang="pt-BR" sz="2800" dirty="0"/>
              <a:t>,</a:t>
            </a:r>
            <a:r>
              <a:rPr lang="pt-BR" sz="2800" b="1" dirty="0"/>
              <a:t>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xmlns="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xmlns="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xmlns="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xmlns="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xmlns="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xmlns="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xmlns="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xmlns="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xmlns="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xmlns="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xmlns="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  <a:blipFill>
                <a:blip r:embed="rId3"/>
                <a:stretch>
                  <a:fillRect l="-1780" t="-2663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xmlns="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xmlns="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xmlns="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265333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a </a:t>
            </a:r>
            <a:r>
              <a:rPr lang="pt-BR" b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28" y="1870780"/>
            <a:ext cx="6668105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positivos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Recall</a:t>
            </a:r>
            <a:r>
              <a:rPr lang="pt-BR" dirty="0"/>
              <a:t> ou </a:t>
            </a:r>
            <a:r>
              <a:rPr lang="pt-BR" b="1" i="1" dirty="0"/>
              <a:t>sensibilidade</a:t>
            </a:r>
            <a:r>
              <a:rPr lang="pt-BR" dirty="0"/>
              <a:t> é a proporção de exemplos da classe positiva corretamente classificados.</a:t>
            </a:r>
            <a:endParaRPr lang="pt-BR" b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negativos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xmlns="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xmlns="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xmlns="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1971" y="1825624"/>
            <a:ext cx="6760029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 smtClean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Identificação de cães e gatos, por exemplo.</a:t>
            </a:r>
            <a:endParaRPr lang="pt-BR" dirty="0"/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um-contra-o-resto.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  <a:blipFill>
                <a:blip r:embed="rId3"/>
                <a:stretch>
                  <a:fillRect l="-968" t="-1951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um primeiro momento, consideramos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  <a:blipFill>
                <a:blip r:embed="rId3"/>
                <a:stretch>
                  <a:fillRect l="-2148" t="-1951" r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xmlns="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1449" r="-1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1449" r="-862" b="-1275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xmlns="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xmlns="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xmlns="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xmlns="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xmlns="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a soma erros e acertos.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2416628" y="5149438"/>
                <a:ext cx="7358743" cy="102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6628" y="5149438"/>
                <a:ext cx="7358743" cy="10275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xmlns="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xmlns="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xmlns="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xmlns="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622776"/>
            <a:ext cx="5050971" cy="2163309"/>
          </a:xfrm>
        </p:spPr>
        <p:txBody>
          <a:bodyPr>
            <a:normAutofit/>
          </a:bodyPr>
          <a:lstStyle/>
          <a:p>
            <a:r>
              <a:rPr lang="pt-BR" dirty="0"/>
              <a:t>Não precisamos calcular nenhuma dessas métricas de forma manual.</a:t>
            </a:r>
          </a:p>
          <a:p>
            <a:r>
              <a:rPr lang="pt-BR" dirty="0"/>
              <a:t>Existem funções prontas para isso.</a:t>
            </a:r>
            <a:endParaRPr lang="en-US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xmlns="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xmlns="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xmlns="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xmlns="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xmlns="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xmlns="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8040</TotalTime>
  <Words>2089</Words>
  <Application>Microsoft Office PowerPoint</Application>
  <PresentationFormat>Widescreen</PresentationFormat>
  <Paragraphs>249</Paragraphs>
  <Slides>29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Apresentação do PowerPoint</vt:lpstr>
      <vt:lpstr>Acurácia</vt:lpstr>
      <vt:lpstr>Acurácia</vt:lpstr>
      <vt:lpstr>Acurácia</vt:lpstr>
      <vt:lpstr>Precisão</vt:lpstr>
      <vt:lpstr>Precisão</vt:lpstr>
      <vt:lpstr>Recall</vt:lpstr>
      <vt:lpstr>Recall</vt:lpstr>
      <vt:lpstr>Precisão versus recall</vt:lpstr>
      <vt:lpstr>F1-score</vt:lpstr>
      <vt:lpstr>Apresentação do PowerPoint</vt:lpstr>
      <vt:lpstr>Matriz de confusão para caso multiclasses (Q&gt;2)</vt:lpstr>
      <vt:lpstr>Matriz de confusão para Q=3</vt:lpstr>
      <vt:lpstr>Matriz de confusão para Q=3</vt:lpstr>
      <vt:lpstr>Acurácia para o caso multiclasses</vt:lpstr>
      <vt:lpstr>Apresentação do PowerPoint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1761</cp:revision>
  <dcterms:created xsi:type="dcterms:W3CDTF">2020-01-20T13:50:05Z</dcterms:created>
  <dcterms:modified xsi:type="dcterms:W3CDTF">2026-04-07T01:56:31Z</dcterms:modified>
</cp:coreProperties>
</file>