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315" r:id="rId3"/>
    <p:sldId id="293" r:id="rId4"/>
    <p:sldId id="314" r:id="rId5"/>
    <p:sldId id="306" r:id="rId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Métricas de classificação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xmlns="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0146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7883</TotalTime>
  <Words>22</Words>
  <Application>Microsoft Office PowerPoint</Application>
  <PresentationFormat>Widescreen</PresentationFormat>
  <Paragraphs>8</Paragraphs>
  <Slides>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do Office</vt:lpstr>
      <vt:lpstr>C24 – Inteligência Artificial: Métricas de classificação</vt:lpstr>
      <vt:lpstr>Matriz de confusão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1729</cp:revision>
  <dcterms:created xsi:type="dcterms:W3CDTF">2020-01-20T13:50:05Z</dcterms:created>
  <dcterms:modified xsi:type="dcterms:W3CDTF">2026-02-22T17:11:06Z</dcterms:modified>
</cp:coreProperties>
</file>