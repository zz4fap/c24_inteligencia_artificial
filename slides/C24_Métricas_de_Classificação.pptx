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36" r:id="rId23"/>
    <p:sldId id="337" r:id="rId24"/>
    <p:sldId id="338" r:id="rId25"/>
    <p:sldId id="339" r:id="rId26"/>
    <p:sldId id="340" r:id="rId27"/>
    <p:sldId id="341" r:id="rId28"/>
    <p:sldId id="342" r:id="rId2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https://colab.research.google.com/github/zz4fap/tp557-iot-ml/blob/master/examples/Classification_report.ipynb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https://github.com/zz4fap/tp557-iot-ml/blob/main/examples/Classification_report.ipynb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70.png"/><Relationship Id="rId3" Type="http://schemas.openxmlformats.org/officeDocument/2006/relationships/image" Target="../media/image240.png"/><Relationship Id="rId7" Type="http://schemas.openxmlformats.org/officeDocument/2006/relationships/image" Target="../media/image281.png"/><Relationship Id="rId12" Type="http://schemas.openxmlformats.org/officeDocument/2006/relationships/image" Target="../media/image260.png"/><Relationship Id="rId2" Type="http://schemas.openxmlformats.org/officeDocument/2006/relationships/image" Target="../media/image2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11" Type="http://schemas.openxmlformats.org/officeDocument/2006/relationships/image" Target="../media/image250.png"/><Relationship Id="rId5" Type="http://schemas.openxmlformats.org/officeDocument/2006/relationships/image" Target="../media/image261.png"/><Relationship Id="rId10" Type="http://schemas.openxmlformats.org/officeDocument/2006/relationships/image" Target="../media/image241.png"/><Relationship Id="rId4" Type="http://schemas.openxmlformats.org/officeDocument/2006/relationships/image" Target="../media/image251.png"/><Relationship Id="rId9" Type="http://schemas.openxmlformats.org/officeDocument/2006/relationships/image" Target="../media/image2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Métricas de classificação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</a:t>
            </a:r>
            <a:r>
              <a:rPr lang="pt-BR" dirty="0" smtClean="0"/>
              <a:t>para realizar a </a:t>
            </a:r>
            <a:r>
              <a:rPr lang="pt-BR" dirty="0"/>
              <a:t>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 smtClean="0"/>
              <a:t>Portanto, n</a:t>
            </a:r>
            <a:r>
              <a:rPr lang="pt-BR" dirty="0" smtClean="0"/>
              <a:t>este </a:t>
            </a:r>
            <a:r>
              <a:rPr lang="pt-BR" dirty="0"/>
              <a:t>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=""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6000" y="2479702"/>
            <a:ext cx="588541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 </a:t>
            </a:r>
            <a:r>
              <a:rPr lang="pt-BR" sz="2800" dirty="0"/>
              <a:t>mostra o quanto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 smtClean="0"/>
                  <a:t>A </a:t>
                </a:r>
                <a:r>
                  <a:rPr lang="pt-BR" sz="2800" b="1" i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 rotWithShape="0"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xmlns="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xmlns="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de </a:t>
                </a:r>
                <a14:m>
                  <m:oMath xmlns:m="http://schemas.openxmlformats.org/officeDocument/2006/math">
                    <m:r>
                      <a:rPr lang="pt-BR" sz="2800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pt-BR" sz="2800" dirty="0"/>
                  <a:t> fornece o número de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i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i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i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i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 r="-17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xmlns="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xmlns="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xmlns="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xmlns="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xmlns="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xmlns="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xmlns="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xmlns="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xmlns="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08858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i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i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i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088581" cy="5032375"/>
              </a:xfrm>
              <a:blipFill>
                <a:blip r:embed="rId3"/>
                <a:stretch>
                  <a:fillRect l="-1802" t="-2663" r="-16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xmlns="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xmlns="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xmlns="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1"/>
            <a:ext cx="10515600" cy="2967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b="1" i="1" dirty="0"/>
              <a:t>Nós podemos calcular algumas métricas de desempenho importantes a partir das informações contidas na matriz de confusão.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379" y="1825624"/>
            <a:ext cx="576015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i="0" dirty="0">
                <a:effectLst/>
              </a:rPr>
              <a:t>e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i="0" dirty="0">
                <a:effectLst/>
              </a:rPr>
              <a:t>avaliados.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modelo está fazendo suas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É uma métrica útil para avaliar a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5626" y="1690688"/>
            <a:ext cx="544225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i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i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i="1" dirty="0">
                <a:solidFill>
                  <a:srgbClr val="00B050"/>
                </a:solidFill>
              </a:rPr>
              <a:t>enganosa com problemas </a:t>
            </a:r>
            <a:r>
              <a:rPr lang="pt-BR" b="1" i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concluir que um </a:t>
            </a:r>
            <a:r>
              <a:rPr lang="pt-BR" b="1" i="1" dirty="0">
                <a:solidFill>
                  <a:srgbClr val="00B05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066844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i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i="1" dirty="0">
                <a:solidFill>
                  <a:srgbClr val="00B050"/>
                </a:solidFill>
              </a:rPr>
              <a:t>quando os custos de </a:t>
            </a:r>
            <a:r>
              <a:rPr lang="pt-BR" b="1" i="1" dirty="0">
                <a:solidFill>
                  <a:srgbClr val="FF0000"/>
                </a:solidFill>
              </a:rPr>
              <a:t>falsos positivos</a:t>
            </a:r>
            <a:r>
              <a:rPr lang="pt-BR" b="1" i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(</a:t>
            </a:r>
            <a:r>
              <a:rPr lang="pt-BR" b="1" i="1" dirty="0"/>
              <a:t>verdadeiro positivo</a:t>
            </a:r>
            <a:r>
              <a:rPr lang="pt-BR" dirty="0"/>
              <a:t>), um </a:t>
            </a:r>
            <a:r>
              <a:rPr lang="pt-BR" b="1" i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i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O usuário de </a:t>
            </a:r>
            <a:r>
              <a:rPr lang="pt-BR" i="1" dirty="0" err="1"/>
              <a:t>email</a:t>
            </a:r>
            <a:r>
              <a:rPr lang="pt-BR" dirty="0"/>
              <a:t> pode perder </a:t>
            </a:r>
            <a:r>
              <a:rPr lang="pt-BR" i="1" dirty="0" err="1"/>
              <a:t>emails</a:t>
            </a:r>
            <a:r>
              <a:rPr lang="pt-BR" dirty="0"/>
              <a:t> importantes se a </a:t>
            </a:r>
            <a:r>
              <a:rPr lang="pt-BR" b="1" i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xmlns="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5" y="1825624"/>
            <a:ext cx="7326490" cy="5032375"/>
          </a:xfrm>
        </p:spPr>
        <p:txBody>
          <a:bodyPr>
            <a:normAutofit lnSpcReduction="10000"/>
          </a:bodyPr>
          <a:lstStyle/>
          <a:p>
            <a:r>
              <a:rPr lang="pt-BR" b="1" i="1" dirty="0"/>
              <a:t>Recall</a:t>
            </a:r>
            <a:r>
              <a:rPr lang="pt-BR" dirty="0"/>
              <a:t> ou sensibilidade é a proporção de exemplos da classe positiva corretamente classificados.</a:t>
            </a:r>
            <a:endParaRPr lang="pt-BR" b="1" i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i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i="1" dirty="0">
                <a:solidFill>
                  <a:srgbClr val="00B050"/>
                </a:solidFill>
              </a:rPr>
              <a:t>quando os custos de </a:t>
            </a:r>
            <a:r>
              <a:rPr lang="pt-BR" b="1" i="1" dirty="0">
                <a:solidFill>
                  <a:srgbClr val="FF0000"/>
                </a:solidFill>
              </a:rPr>
              <a:t>falsos negativos</a:t>
            </a:r>
            <a:r>
              <a:rPr lang="pt-BR" b="1" i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na classificação de doenças, se um paciente doente (</a:t>
            </a:r>
            <a:r>
              <a:rPr lang="pt-BR" b="1" i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i="1" dirty="0"/>
              <a:t>falso negativo</a:t>
            </a:r>
            <a:r>
              <a:rPr lang="pt-BR" dirty="0"/>
              <a:t>). O custo associado ao </a:t>
            </a:r>
            <a:r>
              <a:rPr lang="pt-BR" b="1" i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xmlns="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9059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b="1" i="1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sz="4800" b="1" i="1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90597"/>
              </a:xfrm>
              <a:blipFill>
                <a:blip r:embed="rId2"/>
                <a:stretch>
                  <a:fillRect l="-2213" t="-11604" r="-21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62349" y="1859491"/>
                <a:ext cx="5709300" cy="499850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É possível calcular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selecionar, uma vez, cada classe como sendo a classe positiva, enquanto todas as demais classes formam a classe negativa.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62349" y="1859491"/>
                <a:ext cx="5709300" cy="4998509"/>
              </a:xfrm>
              <a:blipFill>
                <a:blip r:embed="rId3"/>
                <a:stretch>
                  <a:fillRect l="-1921" t="-2683" r="-1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xmlns="" id="{08325068-7110-8CDE-99D3-4E05F625B76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51" y="2766990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xmlns="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xmlns="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xmlns="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xmlns="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xmlns="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8325068-7110-8CDE-99D3-4E05F625B7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6512468"/>
                  </p:ext>
                </p:extLst>
              </p:nvPr>
            </p:nvGraphicFramePr>
            <p:xfrm>
              <a:off x="20351" y="2766990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0870" r="-438994" b="-1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1449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887" t="-501449" r="-10173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397" t="-501449" r="-1293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C5882695-5DE1-C1D3-36F2-0FBA637ABB6A}"/>
                  </a:ext>
                </a:extLst>
              </p:cNvPr>
              <p:cNvSpPr txBox="1"/>
              <p:nvPr/>
            </p:nvSpPr>
            <p:spPr>
              <a:xfrm>
                <a:off x="2063640" y="2305325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5882695-5DE1-C1D3-36F2-0FBA637AB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3640" y="2305325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xmlns="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xmlns="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xmlns="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xmlns="" id="{A4FF6500-B127-E5EB-2288-D345D9AB581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xmlns="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xmlns="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424126"/>
                  </p:ext>
                </p:extLst>
              </p:nvPr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7092" r="-548246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106338" r="-548246" b="-1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276415" r="-548246" b="-122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FA95A716-2329-11F1-7CC2-2B3C42F20DCF}"/>
                  </a:ext>
                </a:extLst>
              </p:cNvPr>
              <p:cNvSpPr txBox="1"/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blipFill>
                <a:blip r:embed="rId6"/>
                <a:stretch>
                  <a:fillRect t="-9211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0136" y="1825624"/>
            <a:ext cx="6352162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i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i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i="1" dirty="0">
                <a:solidFill>
                  <a:srgbClr val="00B050"/>
                </a:solidFill>
              </a:rPr>
              <a:t>custos associados a falsos positivos e negativos são iguais</a:t>
            </a:r>
            <a:r>
              <a:rPr lang="pt-BR" dirty="0"/>
              <a:t>?</a:t>
            </a:r>
          </a:p>
          <a:p>
            <a:r>
              <a:rPr lang="pt-BR" dirty="0"/>
              <a:t>Nesse caso, para analisarmos o desempenho de um classificador, precisamos de uma métrica que </a:t>
            </a:r>
            <a:r>
              <a:rPr lang="pt-BR" b="1" i="1" dirty="0">
                <a:solidFill>
                  <a:srgbClr val="00B050"/>
                </a:solidFill>
              </a:rPr>
              <a:t>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a </a:t>
                </a:r>
                <a:r>
                  <a:rPr lang="pt-BR" b="1" i="1" dirty="0"/>
                  <a:t>precisão</a:t>
                </a:r>
                <a:r>
                  <a:rPr lang="pt-BR" dirty="0"/>
                  <a:t> e para 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próximos de 1 indicam que o </a:t>
                </a:r>
                <a:r>
                  <a:rPr lang="pt-BR" b="1" i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i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/>
              <a:t>Exemplo: Métricas de classificação</a:t>
            </a:r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xmlns="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xmlns="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xmlns="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xmlns="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xmlns="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2EB0AB5-A38B-16DC-1635-6A42E1956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59854"/>
            <a:ext cx="10515600" cy="113829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Anexo I: Acurácia versus precisão</a:t>
            </a:r>
          </a:p>
        </p:txBody>
      </p:sp>
    </p:spTree>
    <p:extLst>
      <p:ext uri="{BB962C8B-B14F-4D97-AF65-F5344CB8AC3E}">
        <p14:creationId xmlns:p14="http://schemas.microsoft.com/office/powerpoint/2010/main" val="505914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9E58330-6491-8928-0519-F252D4F94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versus 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2EDB56-C25A-3B0E-965B-3CFF38810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244" y="1825624"/>
            <a:ext cx="5621867" cy="5032375"/>
          </a:xfrm>
        </p:spPr>
        <p:txBody>
          <a:bodyPr>
            <a:normAutofit/>
          </a:bodyPr>
          <a:lstStyle/>
          <a:p>
            <a:r>
              <a:rPr lang="pt-BR" dirty="0"/>
              <a:t>Em um conjunto de predições: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Acurácia é a proximidade das predições em relação aos rótulos, ou seja, o quão perto estão do alvo.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Precisão é a proximidade das medidas entre si.</a:t>
            </a:r>
          </a:p>
          <a:p>
            <a:r>
              <a:rPr lang="pt-BR" dirty="0"/>
              <a:t>A precisão é independente da acurácia. </a:t>
            </a:r>
          </a:p>
          <a:p>
            <a:r>
              <a:rPr lang="pt-BR" dirty="0"/>
              <a:t>Isso significa que é possível ter um modelo muito preciso, mas não muito exato, e também é possível ser exato sem ser preciso.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A785A443-FAE1-D81B-CF1E-2866E830A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038" y="1941688"/>
            <a:ext cx="4654962" cy="4823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95806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857817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FB07C42F-A992-2717-DDF1-083ADA9C3645}"/>
              </a:ext>
            </a:extLst>
          </p:cNvPr>
          <p:cNvGrpSpPr/>
          <p:nvPr/>
        </p:nvGrpSpPr>
        <p:grpSpPr>
          <a:xfrm>
            <a:off x="1050515" y="1517918"/>
            <a:ext cx="4577263" cy="3036592"/>
            <a:chOff x="983980" y="3614532"/>
            <a:chExt cx="4577263" cy="303659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xmlns="" id="{21354678-1459-EC6A-BFFF-068903DA2C08}"/>
                </a:ext>
              </a:extLst>
            </p:cNvPr>
            <p:cNvSpPr/>
            <p:nvPr/>
          </p:nvSpPr>
          <p:spPr>
            <a:xfrm>
              <a:off x="3328962" y="3756976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xmlns="" id="{9202167C-234D-8420-55FA-B0C12B1A5BB1}"/>
                </a:ext>
              </a:extLst>
            </p:cNvPr>
            <p:cNvSpPr/>
            <p:nvPr/>
          </p:nvSpPr>
          <p:spPr>
            <a:xfrm>
              <a:off x="3328961" y="4526233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xmlns="" id="{C2445B85-6587-1F9D-632C-CA40610EC62E}"/>
                </a:ext>
              </a:extLst>
            </p:cNvPr>
            <p:cNvSpPr/>
            <p:nvPr/>
          </p:nvSpPr>
          <p:spPr>
            <a:xfrm>
              <a:off x="3328961" y="5305650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151E4E5F-4430-EBD6-8B9B-10BA312FFCF4}"/>
                </a:ext>
              </a:extLst>
            </p:cNvPr>
            <p:cNvSpPr/>
            <p:nvPr/>
          </p:nvSpPr>
          <p:spPr>
            <a:xfrm>
              <a:off x="3328961" y="6085067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B9F28606-2CD9-EA49-6D4F-B417EF5BAEE3}"/>
                </a:ext>
              </a:extLst>
            </p:cNvPr>
            <p:cNvSpPr/>
            <p:nvPr/>
          </p:nvSpPr>
          <p:spPr>
            <a:xfrm>
              <a:off x="4389392" y="452490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889C38-9906-3431-F3B0-48A0569494C7}"/>
                </a:ext>
              </a:extLst>
            </p:cNvPr>
            <p:cNvSpPr/>
            <p:nvPr/>
          </p:nvSpPr>
          <p:spPr>
            <a:xfrm>
              <a:off x="2123189" y="3756976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xmlns="" id="{DF780B85-FE8C-06AC-A428-D3E801D0CAFA}"/>
                </a:ext>
              </a:extLst>
            </p:cNvPr>
            <p:cNvSpPr/>
            <p:nvPr/>
          </p:nvSpPr>
          <p:spPr>
            <a:xfrm>
              <a:off x="2127901" y="4526230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xmlns="" id="{7A187CCF-3FCB-A01B-5454-D4817F3CC33F}"/>
                </a:ext>
              </a:extLst>
            </p:cNvPr>
            <p:cNvSpPr/>
            <p:nvPr/>
          </p:nvSpPr>
          <p:spPr>
            <a:xfrm>
              <a:off x="2123189" y="5303324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xmlns="" id="{D71AF5E7-4BDC-4DF5-B4A7-BD601D539EA3}"/>
                </a:ext>
              </a:extLst>
            </p:cNvPr>
            <p:cNvCxnSpPr>
              <a:stCxn id="10" idx="6"/>
              <a:endCxn id="5" idx="2"/>
            </p:cNvCxnSpPr>
            <p:nvPr/>
          </p:nvCxnSpPr>
          <p:spPr>
            <a:xfrm>
              <a:off x="2689246" y="4040005"/>
              <a:ext cx="63971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>
              <a:extLst>
                <a:ext uri="{FF2B5EF4-FFF2-40B4-BE49-F238E27FC236}">
                  <a16:creationId xmlns:a16="http://schemas.microsoft.com/office/drawing/2014/main" xmlns="" id="{33D87AF2-6594-D2C7-CFE2-62391F186390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689246" y="4040005"/>
              <a:ext cx="639715" cy="7692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880FBCFF-63A2-EDE9-8EFA-6FFF9479EF42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689246" y="4040005"/>
              <a:ext cx="639715" cy="1548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xmlns="" id="{47651E34-D429-DC72-2972-060D81836DBB}"/>
                </a:ext>
              </a:extLst>
            </p:cNvPr>
            <p:cNvCxnSpPr>
              <a:stCxn id="10" idx="6"/>
              <a:endCxn id="8" idx="2"/>
            </p:cNvCxnSpPr>
            <p:nvPr/>
          </p:nvCxnSpPr>
          <p:spPr>
            <a:xfrm>
              <a:off x="2689246" y="4040005"/>
              <a:ext cx="639715" cy="2328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xmlns="" id="{CC55591E-7244-297B-6A7C-2B054EE6C283}"/>
                </a:ext>
              </a:extLst>
            </p:cNvPr>
            <p:cNvCxnSpPr>
              <a:stCxn id="11" idx="6"/>
              <a:endCxn id="5" idx="2"/>
            </p:cNvCxnSpPr>
            <p:nvPr/>
          </p:nvCxnSpPr>
          <p:spPr>
            <a:xfrm flipV="1">
              <a:off x="2693958" y="4040005"/>
              <a:ext cx="635004" cy="7692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xmlns="" id="{5C063DBD-7854-101C-3A82-FA18DE8ED5AA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689246" y="4809262"/>
              <a:ext cx="639715" cy="777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18">
              <a:extLst>
                <a:ext uri="{FF2B5EF4-FFF2-40B4-BE49-F238E27FC236}">
                  <a16:creationId xmlns:a16="http://schemas.microsoft.com/office/drawing/2014/main" xmlns="" id="{BA1CDC5A-BE46-A95A-DBF4-28D015FE056D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693958" y="4809259"/>
              <a:ext cx="635003" cy="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>
              <a:extLst>
                <a:ext uri="{FF2B5EF4-FFF2-40B4-BE49-F238E27FC236}">
                  <a16:creationId xmlns:a16="http://schemas.microsoft.com/office/drawing/2014/main" xmlns="" id="{D00D0734-5865-7C7F-24B0-626AC0C3D0F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693958" y="4809259"/>
              <a:ext cx="635003" cy="7794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xmlns="" id="{5343B509-BF11-2338-E37D-0E23DA2C6D23}"/>
                </a:ext>
              </a:extLst>
            </p:cNvPr>
            <p:cNvCxnSpPr>
              <a:stCxn id="11" idx="6"/>
              <a:endCxn id="8" idx="2"/>
            </p:cNvCxnSpPr>
            <p:nvPr/>
          </p:nvCxnSpPr>
          <p:spPr>
            <a:xfrm>
              <a:off x="2693958" y="4809259"/>
              <a:ext cx="635003" cy="15588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xmlns="" id="{471B67E1-F2D1-7CA7-710A-4D8FE34D7CD0}"/>
                </a:ext>
              </a:extLst>
            </p:cNvPr>
            <p:cNvCxnSpPr>
              <a:stCxn id="12" idx="6"/>
              <a:endCxn id="5" idx="2"/>
            </p:cNvCxnSpPr>
            <p:nvPr/>
          </p:nvCxnSpPr>
          <p:spPr>
            <a:xfrm flipV="1">
              <a:off x="2689246" y="4040005"/>
              <a:ext cx="639716" cy="15463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xmlns="" id="{27E5B778-94A3-E90C-F5D7-B0BC6160C0B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689246" y="5586353"/>
              <a:ext cx="639715" cy="23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85119F7A-FF89-CA88-72F8-076932F8E1CE}"/>
                </a:ext>
              </a:extLst>
            </p:cNvPr>
            <p:cNvCxnSpPr>
              <a:stCxn id="12" idx="6"/>
              <a:endCxn id="8" idx="2"/>
            </p:cNvCxnSpPr>
            <p:nvPr/>
          </p:nvCxnSpPr>
          <p:spPr>
            <a:xfrm>
              <a:off x="2689246" y="5586353"/>
              <a:ext cx="639715" cy="78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xmlns="" id="{AD37D85D-9834-D427-C065-DB9FD7B2DCC6}"/>
                </a:ext>
              </a:extLst>
            </p:cNvPr>
            <p:cNvCxnSpPr>
              <a:cxnSpLocks/>
              <a:stCxn id="28" idx="3"/>
              <a:endCxn id="10" idx="2"/>
            </p:cNvCxnSpPr>
            <p:nvPr/>
          </p:nvCxnSpPr>
          <p:spPr>
            <a:xfrm flipV="1">
              <a:off x="1547919" y="4040005"/>
              <a:ext cx="575270" cy="3979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to 25">
              <a:extLst>
                <a:ext uri="{FF2B5EF4-FFF2-40B4-BE49-F238E27FC236}">
                  <a16:creationId xmlns:a16="http://schemas.microsoft.com/office/drawing/2014/main" xmlns="" id="{EC3A2865-40E1-458C-CEF1-F1F5DA811CCC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1504691" y="4809259"/>
              <a:ext cx="623210" cy="1133997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26">
              <a:extLst>
                <a:ext uri="{FF2B5EF4-FFF2-40B4-BE49-F238E27FC236}">
                  <a16:creationId xmlns:a16="http://schemas.microsoft.com/office/drawing/2014/main" xmlns="" id="{4E716FD0-CB64-2EDE-2037-F2295115AC49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 flipV="1">
              <a:off x="4955449" y="4806772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xmlns="" id="{AFFA34F2-9D6C-4CB8-0690-996E4B904A68}"/>
                    </a:ext>
                  </a:extLst>
                </p:cNvPr>
                <p:cNvSpPr txBox="1"/>
                <p:nvPr/>
              </p:nvSpPr>
              <p:spPr>
                <a:xfrm>
                  <a:off x="1165380" y="4253294"/>
                  <a:ext cx="3825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3F5AE126-0FCE-B221-5292-CB4564BB3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5380" y="4253294"/>
                  <a:ext cx="38253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xmlns="" id="{9852FD77-BF58-459E-954E-198502ED4F4A}"/>
                    </a:ext>
                  </a:extLst>
                </p:cNvPr>
                <p:cNvSpPr txBox="1"/>
                <p:nvPr/>
              </p:nvSpPr>
              <p:spPr>
                <a:xfrm>
                  <a:off x="1128276" y="5001341"/>
                  <a:ext cx="37029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FE6D6893-7176-5CDD-98DC-6B7D0F0143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276" y="5001341"/>
                  <a:ext cx="37029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Elipse 29">
              <a:extLst>
                <a:ext uri="{FF2B5EF4-FFF2-40B4-BE49-F238E27FC236}">
                  <a16:creationId xmlns:a16="http://schemas.microsoft.com/office/drawing/2014/main" xmlns="" id="{D879E81D-3BDF-070E-962C-853F3EC24E04}"/>
                </a:ext>
              </a:extLst>
            </p:cNvPr>
            <p:cNvSpPr/>
            <p:nvPr/>
          </p:nvSpPr>
          <p:spPr>
            <a:xfrm>
              <a:off x="2130257" y="6080416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1" name="Conector de Seta Reta 30">
              <a:extLst>
                <a:ext uri="{FF2B5EF4-FFF2-40B4-BE49-F238E27FC236}">
                  <a16:creationId xmlns:a16="http://schemas.microsoft.com/office/drawing/2014/main" xmlns="" id="{322E9BED-3F9B-7EE1-FAF4-2FC31B8F3EF6}"/>
                </a:ext>
              </a:extLst>
            </p:cNvPr>
            <p:cNvCxnSpPr>
              <a:stCxn id="30" idx="6"/>
              <a:endCxn id="8" idx="2"/>
            </p:cNvCxnSpPr>
            <p:nvPr/>
          </p:nvCxnSpPr>
          <p:spPr>
            <a:xfrm>
              <a:off x="2696314" y="6363445"/>
              <a:ext cx="632647" cy="4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de Seta Reta 31">
              <a:extLst>
                <a:ext uri="{FF2B5EF4-FFF2-40B4-BE49-F238E27FC236}">
                  <a16:creationId xmlns:a16="http://schemas.microsoft.com/office/drawing/2014/main" xmlns="" id="{6B8EE68F-D54C-3BE4-481F-2B20C66A2460}"/>
                </a:ext>
              </a:extLst>
            </p:cNvPr>
            <p:cNvCxnSpPr>
              <a:stCxn id="30" idx="6"/>
              <a:endCxn id="7" idx="2"/>
            </p:cNvCxnSpPr>
            <p:nvPr/>
          </p:nvCxnSpPr>
          <p:spPr>
            <a:xfrm flipV="1">
              <a:off x="2696314" y="5588679"/>
              <a:ext cx="632647" cy="7747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32">
              <a:extLst>
                <a:ext uri="{FF2B5EF4-FFF2-40B4-BE49-F238E27FC236}">
                  <a16:creationId xmlns:a16="http://schemas.microsoft.com/office/drawing/2014/main" xmlns="" id="{20669ED9-1347-1100-33ED-B86CECBC9101}"/>
                </a:ext>
              </a:extLst>
            </p:cNvPr>
            <p:cNvCxnSpPr>
              <a:stCxn id="30" idx="6"/>
              <a:endCxn id="6" idx="2"/>
            </p:cNvCxnSpPr>
            <p:nvPr/>
          </p:nvCxnSpPr>
          <p:spPr>
            <a:xfrm flipV="1">
              <a:off x="2696314" y="4809262"/>
              <a:ext cx="632647" cy="15541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xmlns="" id="{AE0BCBBC-DEF5-A15C-33A6-44AD92C1DCF2}"/>
                </a:ext>
              </a:extLst>
            </p:cNvPr>
            <p:cNvCxnSpPr>
              <a:stCxn id="30" idx="6"/>
              <a:endCxn id="5" idx="2"/>
            </p:cNvCxnSpPr>
            <p:nvPr/>
          </p:nvCxnSpPr>
          <p:spPr>
            <a:xfrm flipV="1">
              <a:off x="2696314" y="4040005"/>
              <a:ext cx="632648" cy="2323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xmlns="" id="{2A56C37C-1F92-72E7-C43E-3B6833DD4820}"/>
                    </a:ext>
                  </a:extLst>
                </p:cNvPr>
                <p:cNvSpPr txBox="1"/>
                <p:nvPr/>
              </p:nvSpPr>
              <p:spPr>
                <a:xfrm>
                  <a:off x="1122151" y="5758590"/>
                  <a:ext cx="3825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FF647779-0E16-8E2A-4D70-B1ED8994C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2151" y="5758590"/>
                  <a:ext cx="382540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Conector de Seta Reta 35">
              <a:extLst>
                <a:ext uri="{FF2B5EF4-FFF2-40B4-BE49-F238E27FC236}">
                  <a16:creationId xmlns:a16="http://schemas.microsoft.com/office/drawing/2014/main" xmlns="" id="{A8772863-65BD-3569-FE59-9C967815475F}"/>
                </a:ext>
              </a:extLst>
            </p:cNvPr>
            <p:cNvCxnSpPr>
              <a:cxnSpLocks/>
              <a:stCxn id="29" idx="3"/>
              <a:endCxn id="10" idx="2"/>
            </p:cNvCxnSpPr>
            <p:nvPr/>
          </p:nvCxnSpPr>
          <p:spPr>
            <a:xfrm flipV="1">
              <a:off x="1498566" y="4040005"/>
              <a:ext cx="624623" cy="11460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de Seta Reta 36">
              <a:extLst>
                <a:ext uri="{FF2B5EF4-FFF2-40B4-BE49-F238E27FC236}">
                  <a16:creationId xmlns:a16="http://schemas.microsoft.com/office/drawing/2014/main" xmlns="" id="{1C1E42F5-78AF-0A96-6251-66FA6901D344}"/>
                </a:ext>
              </a:extLst>
            </p:cNvPr>
            <p:cNvCxnSpPr>
              <a:cxnSpLocks/>
              <a:stCxn id="29" idx="3"/>
              <a:endCxn id="11" idx="2"/>
            </p:cNvCxnSpPr>
            <p:nvPr/>
          </p:nvCxnSpPr>
          <p:spPr>
            <a:xfrm flipV="1">
              <a:off x="1498566" y="4809259"/>
              <a:ext cx="629335" cy="3767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de Seta Reta 37">
              <a:extLst>
                <a:ext uri="{FF2B5EF4-FFF2-40B4-BE49-F238E27FC236}">
                  <a16:creationId xmlns:a16="http://schemas.microsoft.com/office/drawing/2014/main" xmlns="" id="{4248EAFB-F79B-CFE7-4455-746E6D81FB98}"/>
                </a:ext>
              </a:extLst>
            </p:cNvPr>
            <p:cNvCxnSpPr>
              <a:stCxn id="35" idx="3"/>
              <a:endCxn id="12" idx="2"/>
            </p:cNvCxnSpPr>
            <p:nvPr/>
          </p:nvCxnSpPr>
          <p:spPr>
            <a:xfrm flipV="1">
              <a:off x="1504691" y="5586353"/>
              <a:ext cx="618498" cy="356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de Seta Reta 38">
              <a:extLst>
                <a:ext uri="{FF2B5EF4-FFF2-40B4-BE49-F238E27FC236}">
                  <a16:creationId xmlns:a16="http://schemas.microsoft.com/office/drawing/2014/main" xmlns="" id="{39C11FF6-9528-C739-2885-730680D799C7}"/>
                </a:ext>
              </a:extLst>
            </p:cNvPr>
            <p:cNvCxnSpPr>
              <a:cxnSpLocks/>
              <a:stCxn id="35" idx="3"/>
              <a:endCxn id="10" idx="2"/>
            </p:cNvCxnSpPr>
            <p:nvPr/>
          </p:nvCxnSpPr>
          <p:spPr>
            <a:xfrm flipV="1">
              <a:off x="1504691" y="4040005"/>
              <a:ext cx="618498" cy="19032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01988E91-9E26-55CD-05A2-3EE2493A7375}"/>
                </a:ext>
              </a:extLst>
            </p:cNvPr>
            <p:cNvCxnSpPr>
              <a:cxnSpLocks/>
              <a:stCxn id="29" idx="3"/>
              <a:endCxn id="12" idx="2"/>
            </p:cNvCxnSpPr>
            <p:nvPr/>
          </p:nvCxnSpPr>
          <p:spPr>
            <a:xfrm>
              <a:off x="1498566" y="5186007"/>
              <a:ext cx="624623" cy="400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de Seta Reta 40">
              <a:extLst>
                <a:ext uri="{FF2B5EF4-FFF2-40B4-BE49-F238E27FC236}">
                  <a16:creationId xmlns:a16="http://schemas.microsoft.com/office/drawing/2014/main" xmlns="" id="{4DBBAF9E-5581-163A-3DAD-2DC962B6894E}"/>
                </a:ext>
              </a:extLst>
            </p:cNvPr>
            <p:cNvCxnSpPr>
              <a:cxnSpLocks/>
              <a:stCxn id="29" idx="3"/>
              <a:endCxn id="30" idx="2"/>
            </p:cNvCxnSpPr>
            <p:nvPr/>
          </p:nvCxnSpPr>
          <p:spPr>
            <a:xfrm>
              <a:off x="1498566" y="5186007"/>
              <a:ext cx="631691" cy="11774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de Seta Reta 41">
              <a:extLst>
                <a:ext uri="{FF2B5EF4-FFF2-40B4-BE49-F238E27FC236}">
                  <a16:creationId xmlns:a16="http://schemas.microsoft.com/office/drawing/2014/main" xmlns="" id="{D53113B5-77E7-0E50-4D72-F7100ED11C4F}"/>
                </a:ext>
              </a:extLst>
            </p:cNvPr>
            <p:cNvCxnSpPr>
              <a:stCxn id="28" idx="3"/>
              <a:endCxn id="11" idx="2"/>
            </p:cNvCxnSpPr>
            <p:nvPr/>
          </p:nvCxnSpPr>
          <p:spPr>
            <a:xfrm>
              <a:off x="1547919" y="4437960"/>
              <a:ext cx="579982" cy="3712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6F00F43D-F065-B9F4-E3CC-0CCF6914FA0D}"/>
                </a:ext>
              </a:extLst>
            </p:cNvPr>
            <p:cNvCxnSpPr>
              <a:stCxn id="28" idx="3"/>
              <a:endCxn id="12" idx="2"/>
            </p:cNvCxnSpPr>
            <p:nvPr/>
          </p:nvCxnSpPr>
          <p:spPr>
            <a:xfrm>
              <a:off x="1547919" y="4437960"/>
              <a:ext cx="575270" cy="11483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43">
              <a:extLst>
                <a:ext uri="{FF2B5EF4-FFF2-40B4-BE49-F238E27FC236}">
                  <a16:creationId xmlns:a16="http://schemas.microsoft.com/office/drawing/2014/main" xmlns="" id="{2805DD6C-D548-3E47-826A-2F2C74B2AA99}"/>
                </a:ext>
              </a:extLst>
            </p:cNvPr>
            <p:cNvCxnSpPr>
              <a:stCxn id="28" idx="3"/>
              <a:endCxn id="30" idx="2"/>
            </p:cNvCxnSpPr>
            <p:nvPr/>
          </p:nvCxnSpPr>
          <p:spPr>
            <a:xfrm>
              <a:off x="1547919" y="4437960"/>
              <a:ext cx="582338" cy="19254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44">
              <a:extLst>
                <a:ext uri="{FF2B5EF4-FFF2-40B4-BE49-F238E27FC236}">
                  <a16:creationId xmlns:a16="http://schemas.microsoft.com/office/drawing/2014/main" xmlns="" id="{A55E8A02-F4EA-CBD9-B395-DB9EAC81BA29}"/>
                </a:ext>
              </a:extLst>
            </p:cNvPr>
            <p:cNvCxnSpPr>
              <a:stCxn id="35" idx="3"/>
              <a:endCxn id="30" idx="2"/>
            </p:cNvCxnSpPr>
            <p:nvPr/>
          </p:nvCxnSpPr>
          <p:spPr>
            <a:xfrm>
              <a:off x="1504691" y="5943256"/>
              <a:ext cx="625566" cy="4201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35D96836-300D-1A8A-6BCE-F57886CEB90F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895019" y="4040005"/>
              <a:ext cx="494373" cy="7679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46">
              <a:extLst>
                <a:ext uri="{FF2B5EF4-FFF2-40B4-BE49-F238E27FC236}">
                  <a16:creationId xmlns:a16="http://schemas.microsoft.com/office/drawing/2014/main" xmlns="" id="{8BDBA190-5DD5-8004-7086-A384BF11F5D2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 flipV="1">
              <a:off x="3895018" y="4807934"/>
              <a:ext cx="494374" cy="13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9A1458B6-3262-8B2F-9F1F-E6542BBBAFDD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895018" y="4807934"/>
              <a:ext cx="494374" cy="7807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48">
              <a:extLst>
                <a:ext uri="{FF2B5EF4-FFF2-40B4-BE49-F238E27FC236}">
                  <a16:creationId xmlns:a16="http://schemas.microsoft.com/office/drawing/2014/main" xmlns="" id="{BB56128A-36BB-DE73-3541-6D47617028E5}"/>
                </a:ext>
              </a:extLst>
            </p:cNvPr>
            <p:cNvCxnSpPr>
              <a:stCxn id="8" idx="6"/>
              <a:endCxn id="9" idx="2"/>
            </p:cNvCxnSpPr>
            <p:nvPr/>
          </p:nvCxnSpPr>
          <p:spPr>
            <a:xfrm flipV="1">
              <a:off x="3895018" y="4807934"/>
              <a:ext cx="494374" cy="1560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CaixaDeTexto 49">
                  <a:extLst>
                    <a:ext uri="{FF2B5EF4-FFF2-40B4-BE49-F238E27FC236}">
                      <a16:creationId xmlns:a16="http://schemas.microsoft.com/office/drawing/2014/main" xmlns="" id="{99CB017E-9A70-E8A6-9C43-58BFDB9953AB}"/>
                    </a:ext>
                  </a:extLst>
                </p:cNvPr>
                <p:cNvSpPr txBox="1"/>
                <p:nvPr/>
              </p:nvSpPr>
              <p:spPr>
                <a:xfrm>
                  <a:off x="5135329" y="4613494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0" name="CaixaDeTexto 49">
                  <a:extLst>
                    <a:ext uri="{FF2B5EF4-FFF2-40B4-BE49-F238E27FC236}">
                      <a16:creationId xmlns:a16="http://schemas.microsoft.com/office/drawing/2014/main" id="{C298979C-FEEC-44B1-1EEB-CE843AEBE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5329" y="4613494"/>
                  <a:ext cx="415834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6667" r="-8824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CaixaDeTexto 50">
                  <a:extLst>
                    <a:ext uri="{FF2B5EF4-FFF2-40B4-BE49-F238E27FC236}">
                      <a16:creationId xmlns:a16="http://schemas.microsoft.com/office/drawing/2014/main" xmlns="" id="{5DD99152-A9EA-C518-AD2D-CBF76A3F5033}"/>
                    </a:ext>
                  </a:extLst>
                </p:cNvPr>
                <p:cNvSpPr txBox="1"/>
                <p:nvPr/>
              </p:nvSpPr>
              <p:spPr>
                <a:xfrm flipH="1">
                  <a:off x="983980" y="5467885"/>
                  <a:ext cx="6536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1" name="CaixaDeTexto 50">
                  <a:extLst>
                    <a:ext uri="{FF2B5EF4-FFF2-40B4-BE49-F238E27FC236}">
                      <a16:creationId xmlns:a16="http://schemas.microsoft.com/office/drawing/2014/main" id="{02613DEB-985F-3400-22BF-F5CF5E3DA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83980" y="5467885"/>
                  <a:ext cx="653654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Conector de Seta Reta 51">
              <a:extLst>
                <a:ext uri="{FF2B5EF4-FFF2-40B4-BE49-F238E27FC236}">
                  <a16:creationId xmlns:a16="http://schemas.microsoft.com/office/drawing/2014/main" xmlns="" id="{CE935B14-3BD1-1812-EF67-A77EA0B1128A}"/>
                </a:ext>
              </a:extLst>
            </p:cNvPr>
            <p:cNvCxnSpPr>
              <a:cxnSpLocks/>
              <a:endCxn id="5" idx="0"/>
            </p:cNvCxnSpPr>
            <p:nvPr/>
          </p:nvCxnSpPr>
          <p:spPr>
            <a:xfrm>
              <a:off x="3611991" y="361453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de Seta Reta 52">
              <a:extLst>
                <a:ext uri="{FF2B5EF4-FFF2-40B4-BE49-F238E27FC236}">
                  <a16:creationId xmlns:a16="http://schemas.microsoft.com/office/drawing/2014/main" xmlns="" id="{E8F98CC6-C2E6-9F66-7AE2-7A32B56A18CD}"/>
                </a:ext>
              </a:extLst>
            </p:cNvPr>
            <p:cNvCxnSpPr>
              <a:cxnSpLocks/>
            </p:cNvCxnSpPr>
            <p:nvPr/>
          </p:nvCxnSpPr>
          <p:spPr>
            <a:xfrm>
              <a:off x="3611991" y="4383786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7F5E5662-7035-61B6-F331-A3C054AF7A75}"/>
                </a:ext>
              </a:extLst>
            </p:cNvPr>
            <p:cNvCxnSpPr>
              <a:cxnSpLocks/>
            </p:cNvCxnSpPr>
            <p:nvPr/>
          </p:nvCxnSpPr>
          <p:spPr>
            <a:xfrm>
              <a:off x="3611991" y="516088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de Seta Reta 54">
              <a:extLst>
                <a:ext uri="{FF2B5EF4-FFF2-40B4-BE49-F238E27FC236}">
                  <a16:creationId xmlns:a16="http://schemas.microsoft.com/office/drawing/2014/main" xmlns="" id="{AD3C4A8F-E4DE-EC76-C133-5256EF60D3FF}"/>
                </a:ext>
              </a:extLst>
            </p:cNvPr>
            <p:cNvCxnSpPr>
              <a:cxnSpLocks/>
            </p:cNvCxnSpPr>
            <p:nvPr/>
          </p:nvCxnSpPr>
          <p:spPr>
            <a:xfrm>
              <a:off x="3611991" y="593797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de Seta Reta 55">
              <a:extLst>
                <a:ext uri="{FF2B5EF4-FFF2-40B4-BE49-F238E27FC236}">
                  <a16:creationId xmlns:a16="http://schemas.microsoft.com/office/drawing/2014/main" xmlns="" id="{4B1B32D6-CB6B-E648-186C-90D5E7C17141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16" y="361453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6909FFED-5E78-7F62-5202-414EF66B8820}"/>
                </a:ext>
              </a:extLst>
            </p:cNvPr>
            <p:cNvCxnSpPr>
              <a:cxnSpLocks/>
            </p:cNvCxnSpPr>
            <p:nvPr/>
          </p:nvCxnSpPr>
          <p:spPr>
            <a:xfrm>
              <a:off x="2408666" y="4375037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de Seta Reta 57">
              <a:extLst>
                <a:ext uri="{FF2B5EF4-FFF2-40B4-BE49-F238E27FC236}">
                  <a16:creationId xmlns:a16="http://schemas.microsoft.com/office/drawing/2014/main" xmlns="" id="{CB323DCE-9043-2C11-ED83-7F73F24EDD36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16" y="516088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de Seta Reta 58">
              <a:extLst>
                <a:ext uri="{FF2B5EF4-FFF2-40B4-BE49-F238E27FC236}">
                  <a16:creationId xmlns:a16="http://schemas.microsoft.com/office/drawing/2014/main" xmlns="" id="{9E6AD66B-7932-A6AD-DBA8-43BC5062CE0F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16" y="593532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de Seta Reta 59">
              <a:extLst>
                <a:ext uri="{FF2B5EF4-FFF2-40B4-BE49-F238E27FC236}">
                  <a16:creationId xmlns:a16="http://schemas.microsoft.com/office/drawing/2014/main" xmlns="" id="{A1651898-69FD-504A-3925-1DBFEE64C77D}"/>
                </a:ext>
              </a:extLst>
            </p:cNvPr>
            <p:cNvCxnSpPr>
              <a:cxnSpLocks/>
            </p:cNvCxnSpPr>
            <p:nvPr/>
          </p:nvCxnSpPr>
          <p:spPr>
            <a:xfrm>
              <a:off x="4680061" y="4383786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Elipse 60">
              <a:extLst>
                <a:ext uri="{FF2B5EF4-FFF2-40B4-BE49-F238E27FC236}">
                  <a16:creationId xmlns:a16="http://schemas.microsoft.com/office/drawing/2014/main" xmlns="" id="{C3618AA4-1940-C194-59BA-86C628FAAEC5}"/>
                </a:ext>
              </a:extLst>
            </p:cNvPr>
            <p:cNvSpPr/>
            <p:nvPr/>
          </p:nvSpPr>
          <p:spPr>
            <a:xfrm>
              <a:off x="4389389" y="530332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62" name="Conector de Seta Reta 61">
              <a:extLst>
                <a:ext uri="{FF2B5EF4-FFF2-40B4-BE49-F238E27FC236}">
                  <a16:creationId xmlns:a16="http://schemas.microsoft.com/office/drawing/2014/main" xmlns="" id="{93E7787E-3F23-D554-0015-C6587AA5A1BE}"/>
                </a:ext>
              </a:extLst>
            </p:cNvPr>
            <p:cNvCxnSpPr>
              <a:cxnSpLocks/>
            </p:cNvCxnSpPr>
            <p:nvPr/>
          </p:nvCxnSpPr>
          <p:spPr>
            <a:xfrm>
              <a:off x="4672417" y="516088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de Seta Reta 62">
              <a:extLst>
                <a:ext uri="{FF2B5EF4-FFF2-40B4-BE49-F238E27FC236}">
                  <a16:creationId xmlns:a16="http://schemas.microsoft.com/office/drawing/2014/main" xmlns="" id="{44DF4508-52D1-EF13-5988-EB5A553172BB}"/>
                </a:ext>
              </a:extLst>
            </p:cNvPr>
            <p:cNvCxnSpPr>
              <a:stCxn id="5" idx="6"/>
              <a:endCxn id="61" idx="2"/>
            </p:cNvCxnSpPr>
            <p:nvPr/>
          </p:nvCxnSpPr>
          <p:spPr>
            <a:xfrm>
              <a:off x="3895019" y="4040005"/>
              <a:ext cx="494370" cy="15463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de Seta Reta 63">
              <a:extLst>
                <a:ext uri="{FF2B5EF4-FFF2-40B4-BE49-F238E27FC236}">
                  <a16:creationId xmlns:a16="http://schemas.microsoft.com/office/drawing/2014/main" xmlns="" id="{150D464E-AEC1-287D-10D4-2216F0B3BB14}"/>
                </a:ext>
              </a:extLst>
            </p:cNvPr>
            <p:cNvCxnSpPr>
              <a:stCxn id="6" idx="6"/>
              <a:endCxn id="61" idx="2"/>
            </p:cNvCxnSpPr>
            <p:nvPr/>
          </p:nvCxnSpPr>
          <p:spPr>
            <a:xfrm>
              <a:off x="3895018" y="4809262"/>
              <a:ext cx="494371" cy="777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de Seta Reta 64">
              <a:extLst>
                <a:ext uri="{FF2B5EF4-FFF2-40B4-BE49-F238E27FC236}">
                  <a16:creationId xmlns:a16="http://schemas.microsoft.com/office/drawing/2014/main" xmlns="" id="{5CA2E182-69E2-D029-76B3-458379AFD558}"/>
                </a:ext>
              </a:extLst>
            </p:cNvPr>
            <p:cNvCxnSpPr>
              <a:stCxn id="7" idx="6"/>
              <a:endCxn id="61" idx="2"/>
            </p:cNvCxnSpPr>
            <p:nvPr/>
          </p:nvCxnSpPr>
          <p:spPr>
            <a:xfrm flipV="1">
              <a:off x="3895018" y="5586353"/>
              <a:ext cx="494371" cy="23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de Seta Reta 65">
              <a:extLst>
                <a:ext uri="{FF2B5EF4-FFF2-40B4-BE49-F238E27FC236}">
                  <a16:creationId xmlns:a16="http://schemas.microsoft.com/office/drawing/2014/main" xmlns="" id="{5D189B98-F5BB-B00F-B8E2-C9A5C22D8D5A}"/>
                </a:ext>
              </a:extLst>
            </p:cNvPr>
            <p:cNvCxnSpPr>
              <a:stCxn id="8" idx="6"/>
              <a:endCxn id="61" idx="2"/>
            </p:cNvCxnSpPr>
            <p:nvPr/>
          </p:nvCxnSpPr>
          <p:spPr>
            <a:xfrm flipV="1">
              <a:off x="3895018" y="5586353"/>
              <a:ext cx="494371" cy="78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de Seta Reta 66">
              <a:extLst>
                <a:ext uri="{FF2B5EF4-FFF2-40B4-BE49-F238E27FC236}">
                  <a16:creationId xmlns:a16="http://schemas.microsoft.com/office/drawing/2014/main" xmlns="" id="{11B06758-0920-8AA8-5F59-D8A66289A6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5449" y="5581057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CaixaDeTexto 67">
                  <a:extLst>
                    <a:ext uri="{FF2B5EF4-FFF2-40B4-BE49-F238E27FC236}">
                      <a16:creationId xmlns:a16="http://schemas.microsoft.com/office/drawing/2014/main" xmlns="" id="{71E9EBB1-B4EA-38B2-215B-3CEDA2D21878}"/>
                    </a:ext>
                  </a:extLst>
                </p:cNvPr>
                <p:cNvSpPr txBox="1"/>
                <p:nvPr/>
              </p:nvSpPr>
              <p:spPr>
                <a:xfrm>
                  <a:off x="5145409" y="5375552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8" name="CaixaDeTexto 67">
                  <a:extLst>
                    <a:ext uri="{FF2B5EF4-FFF2-40B4-BE49-F238E27FC236}">
                      <a16:creationId xmlns:a16="http://schemas.microsoft.com/office/drawing/2014/main" id="{6CD06DD8-9472-1D2D-3014-F1071386D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409" y="5375552"/>
                  <a:ext cx="415834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667" r="-7246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5" name="Agrupar 164">
            <a:extLst>
              <a:ext uri="{FF2B5EF4-FFF2-40B4-BE49-F238E27FC236}">
                <a16:creationId xmlns:a16="http://schemas.microsoft.com/office/drawing/2014/main" xmlns="" id="{0618C993-0BF6-102C-DD68-4AC2AA1211A2}"/>
              </a:ext>
            </a:extLst>
          </p:cNvPr>
          <p:cNvGrpSpPr/>
          <p:nvPr/>
        </p:nvGrpSpPr>
        <p:grpSpPr>
          <a:xfrm>
            <a:off x="6218374" y="1660362"/>
            <a:ext cx="4548514" cy="2254849"/>
            <a:chOff x="6218374" y="1660362"/>
            <a:chExt cx="4548514" cy="2254849"/>
          </a:xfrm>
        </p:grpSpPr>
        <p:sp>
          <p:nvSpPr>
            <p:cNvPr id="70" name="Elipse 69">
              <a:extLst>
                <a:ext uri="{FF2B5EF4-FFF2-40B4-BE49-F238E27FC236}">
                  <a16:creationId xmlns:a16="http://schemas.microsoft.com/office/drawing/2014/main" xmlns="" id="{E39F3A4B-64FB-2235-50E9-685D30F3AF9A}"/>
                </a:ext>
              </a:extLst>
            </p:cNvPr>
            <p:cNvSpPr/>
            <p:nvPr/>
          </p:nvSpPr>
          <p:spPr>
            <a:xfrm>
              <a:off x="8537971" y="2137838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70">
              <a:extLst>
                <a:ext uri="{FF2B5EF4-FFF2-40B4-BE49-F238E27FC236}">
                  <a16:creationId xmlns:a16="http://schemas.microsoft.com/office/drawing/2014/main" xmlns="" id="{DF98F044-6EC7-649C-5F00-E8E185E1D7C9}"/>
                </a:ext>
              </a:extLst>
            </p:cNvPr>
            <p:cNvSpPr/>
            <p:nvPr/>
          </p:nvSpPr>
          <p:spPr>
            <a:xfrm>
              <a:off x="8542683" y="3006537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73">
              <a:extLst>
                <a:ext uri="{FF2B5EF4-FFF2-40B4-BE49-F238E27FC236}">
                  <a16:creationId xmlns:a16="http://schemas.microsoft.com/office/drawing/2014/main" xmlns="" id="{BEBB560D-575B-4DBD-0B2E-E34BE81E94AA}"/>
                </a:ext>
              </a:extLst>
            </p:cNvPr>
            <p:cNvSpPr/>
            <p:nvPr/>
          </p:nvSpPr>
          <p:spPr>
            <a:xfrm>
              <a:off x="9598398" y="214526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5" name="Elipse 74">
              <a:extLst>
                <a:ext uri="{FF2B5EF4-FFF2-40B4-BE49-F238E27FC236}">
                  <a16:creationId xmlns:a16="http://schemas.microsoft.com/office/drawing/2014/main" xmlns="" id="{BF05E553-A4B6-2700-1A50-86263F929DB4}"/>
                </a:ext>
              </a:extLst>
            </p:cNvPr>
            <p:cNvSpPr/>
            <p:nvPr/>
          </p:nvSpPr>
          <p:spPr>
            <a:xfrm>
              <a:off x="7336911" y="1802806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6" name="Elipse 75">
              <a:extLst>
                <a:ext uri="{FF2B5EF4-FFF2-40B4-BE49-F238E27FC236}">
                  <a16:creationId xmlns:a16="http://schemas.microsoft.com/office/drawing/2014/main" xmlns="" id="{27CFCEF1-AEFB-C082-434A-97CB57A09EC5}"/>
                </a:ext>
              </a:extLst>
            </p:cNvPr>
            <p:cNvSpPr/>
            <p:nvPr/>
          </p:nvSpPr>
          <p:spPr>
            <a:xfrm>
              <a:off x="7341623" y="2572060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7" name="Elipse 76">
              <a:extLst>
                <a:ext uri="{FF2B5EF4-FFF2-40B4-BE49-F238E27FC236}">
                  <a16:creationId xmlns:a16="http://schemas.microsoft.com/office/drawing/2014/main" xmlns="" id="{E3D2A773-2748-DC35-14AF-C5BE6612412B}"/>
                </a:ext>
              </a:extLst>
            </p:cNvPr>
            <p:cNvSpPr/>
            <p:nvPr/>
          </p:nvSpPr>
          <p:spPr>
            <a:xfrm>
              <a:off x="7336911" y="3349154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8" name="Conector de Seta Reta 77">
              <a:extLst>
                <a:ext uri="{FF2B5EF4-FFF2-40B4-BE49-F238E27FC236}">
                  <a16:creationId xmlns:a16="http://schemas.microsoft.com/office/drawing/2014/main" xmlns="" id="{B2BAB490-DFBB-4466-36D6-521D097CA343}"/>
                </a:ext>
              </a:extLst>
            </p:cNvPr>
            <p:cNvCxnSpPr>
              <a:stCxn id="75" idx="6"/>
              <a:endCxn id="70" idx="2"/>
            </p:cNvCxnSpPr>
            <p:nvPr/>
          </p:nvCxnSpPr>
          <p:spPr>
            <a:xfrm>
              <a:off x="7902968" y="2085835"/>
              <a:ext cx="635003" cy="3350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78">
              <a:extLst>
                <a:ext uri="{FF2B5EF4-FFF2-40B4-BE49-F238E27FC236}">
                  <a16:creationId xmlns:a16="http://schemas.microsoft.com/office/drawing/2014/main" xmlns="" id="{D7D4B9E9-842B-6C79-0A0A-3BEFD76F9058}"/>
                </a:ext>
              </a:extLst>
            </p:cNvPr>
            <p:cNvCxnSpPr>
              <a:stCxn id="75" idx="6"/>
              <a:endCxn id="71" idx="2"/>
            </p:cNvCxnSpPr>
            <p:nvPr/>
          </p:nvCxnSpPr>
          <p:spPr>
            <a:xfrm>
              <a:off x="7902968" y="2085835"/>
              <a:ext cx="639715" cy="12037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81">
              <a:extLst>
                <a:ext uri="{FF2B5EF4-FFF2-40B4-BE49-F238E27FC236}">
                  <a16:creationId xmlns:a16="http://schemas.microsoft.com/office/drawing/2014/main" xmlns="" id="{EBDF0578-04AC-7B56-6BAB-F9BB4FA83FFF}"/>
                </a:ext>
              </a:extLst>
            </p:cNvPr>
            <p:cNvCxnSpPr>
              <a:stCxn id="76" idx="6"/>
              <a:endCxn id="70" idx="2"/>
            </p:cNvCxnSpPr>
            <p:nvPr/>
          </p:nvCxnSpPr>
          <p:spPr>
            <a:xfrm flipV="1">
              <a:off x="7907680" y="2420867"/>
              <a:ext cx="630291" cy="434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82">
              <a:extLst>
                <a:ext uri="{FF2B5EF4-FFF2-40B4-BE49-F238E27FC236}">
                  <a16:creationId xmlns:a16="http://schemas.microsoft.com/office/drawing/2014/main" xmlns="" id="{83A54A11-C9A8-C310-A9B2-5062C99ADFA0}"/>
                </a:ext>
              </a:extLst>
            </p:cNvPr>
            <p:cNvCxnSpPr>
              <a:stCxn id="77" idx="6"/>
              <a:endCxn id="71" idx="2"/>
            </p:cNvCxnSpPr>
            <p:nvPr/>
          </p:nvCxnSpPr>
          <p:spPr>
            <a:xfrm flipV="1">
              <a:off x="7902968" y="3289566"/>
              <a:ext cx="639715" cy="3426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83">
              <a:extLst>
                <a:ext uri="{FF2B5EF4-FFF2-40B4-BE49-F238E27FC236}">
                  <a16:creationId xmlns:a16="http://schemas.microsoft.com/office/drawing/2014/main" xmlns="" id="{291A467E-1B89-5035-78D7-8924D0BF68AD}"/>
                </a:ext>
              </a:extLst>
            </p:cNvPr>
            <p:cNvCxnSpPr>
              <a:stCxn id="76" idx="6"/>
              <a:endCxn id="71" idx="2"/>
            </p:cNvCxnSpPr>
            <p:nvPr/>
          </p:nvCxnSpPr>
          <p:spPr>
            <a:xfrm>
              <a:off x="7907680" y="2855089"/>
              <a:ext cx="635003" cy="434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xmlns="" id="{2621631A-F5A0-ECF4-2A62-1B4379F6F00A}"/>
                </a:ext>
              </a:extLst>
            </p:cNvPr>
            <p:cNvCxnSpPr>
              <a:stCxn id="77" idx="6"/>
              <a:endCxn id="70" idx="2"/>
            </p:cNvCxnSpPr>
            <p:nvPr/>
          </p:nvCxnSpPr>
          <p:spPr>
            <a:xfrm flipV="1">
              <a:off x="7902968" y="2420867"/>
              <a:ext cx="635003" cy="12113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xmlns="" id="{2597FE04-EA07-B79C-6CE5-7D86C99CC3DF}"/>
                </a:ext>
              </a:extLst>
            </p:cNvPr>
            <p:cNvCxnSpPr>
              <a:cxnSpLocks/>
              <a:stCxn id="93" idx="3"/>
              <a:endCxn id="75" idx="2"/>
            </p:cNvCxnSpPr>
            <p:nvPr/>
          </p:nvCxnSpPr>
          <p:spPr>
            <a:xfrm>
              <a:off x="6731944" y="2081731"/>
              <a:ext cx="604967" cy="41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reto 90">
              <a:extLst>
                <a:ext uri="{FF2B5EF4-FFF2-40B4-BE49-F238E27FC236}">
                  <a16:creationId xmlns:a16="http://schemas.microsoft.com/office/drawing/2014/main" xmlns="" id="{9C927A19-D05F-033A-8092-7F8E7F2634FB}"/>
                </a:ext>
              </a:extLst>
            </p:cNvPr>
            <p:cNvCxnSpPr>
              <a:cxnSpLocks/>
              <a:stCxn id="100" idx="3"/>
              <a:endCxn id="76" idx="2"/>
            </p:cNvCxnSpPr>
            <p:nvPr/>
          </p:nvCxnSpPr>
          <p:spPr>
            <a:xfrm flipV="1">
              <a:off x="6742024" y="2855089"/>
              <a:ext cx="599599" cy="775074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xmlns="" id="{3340A5B3-AC11-0395-547D-9CC723CDBB43}"/>
                </a:ext>
              </a:extLst>
            </p:cNvPr>
            <p:cNvCxnSpPr>
              <a:cxnSpLocks/>
              <a:stCxn id="74" idx="6"/>
            </p:cNvCxnSpPr>
            <p:nvPr/>
          </p:nvCxnSpPr>
          <p:spPr>
            <a:xfrm flipV="1">
              <a:off x="10164455" y="2427130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aixaDeTexto 92">
                  <a:extLst>
                    <a:ext uri="{FF2B5EF4-FFF2-40B4-BE49-F238E27FC236}">
                      <a16:creationId xmlns:a16="http://schemas.microsoft.com/office/drawing/2014/main" xmlns="" id="{544DA558-5359-4C3E-4014-16F3FE77B6BF}"/>
                    </a:ext>
                  </a:extLst>
                </p:cNvPr>
                <p:cNvSpPr txBox="1"/>
                <p:nvPr/>
              </p:nvSpPr>
              <p:spPr>
                <a:xfrm>
                  <a:off x="6386920" y="1897065"/>
                  <a:ext cx="345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3" name="CaixaDeTexto 92">
                  <a:extLst>
                    <a:ext uri="{FF2B5EF4-FFF2-40B4-BE49-F238E27FC236}">
                      <a16:creationId xmlns:a16="http://schemas.microsoft.com/office/drawing/2014/main" id="{544DA558-5359-4C3E-4014-16F3FE77B6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6920" y="1897065"/>
                  <a:ext cx="345024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53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93">
                  <a:extLst>
                    <a:ext uri="{FF2B5EF4-FFF2-40B4-BE49-F238E27FC236}">
                      <a16:creationId xmlns:a16="http://schemas.microsoft.com/office/drawing/2014/main" xmlns="" id="{241B9106-00CD-B044-0971-533326B85243}"/>
                    </a:ext>
                  </a:extLst>
                </p:cNvPr>
                <p:cNvSpPr txBox="1"/>
                <p:nvPr/>
              </p:nvSpPr>
              <p:spPr>
                <a:xfrm>
                  <a:off x="6363161" y="2666319"/>
                  <a:ext cx="37029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93">
                  <a:extLst>
                    <a:ext uri="{FF2B5EF4-FFF2-40B4-BE49-F238E27FC236}">
                      <a16:creationId xmlns:a16="http://schemas.microsoft.com/office/drawing/2014/main" id="{241B9106-00CD-B044-0971-533326B85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3161" y="2666319"/>
                  <a:ext cx="37029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xmlns="" id="{1053A238-3190-88FD-D41E-ED5A191CE7C8}"/>
                    </a:ext>
                  </a:extLst>
                </p:cNvPr>
                <p:cNvSpPr txBox="1"/>
                <p:nvPr/>
              </p:nvSpPr>
              <p:spPr>
                <a:xfrm>
                  <a:off x="6359484" y="3445497"/>
                  <a:ext cx="3825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1053A238-3190-88FD-D41E-ED5A191CE7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9484" y="3445497"/>
                  <a:ext cx="382540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31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xmlns="" id="{7F7F27CD-B664-8E4C-D2A1-2BDFD7CF9347}"/>
                </a:ext>
              </a:extLst>
            </p:cNvPr>
            <p:cNvCxnSpPr>
              <a:cxnSpLocks/>
              <a:stCxn id="94" idx="3"/>
              <a:endCxn id="75" idx="2"/>
            </p:cNvCxnSpPr>
            <p:nvPr/>
          </p:nvCxnSpPr>
          <p:spPr>
            <a:xfrm flipV="1">
              <a:off x="6733451" y="2085835"/>
              <a:ext cx="603460" cy="7651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xmlns="" id="{72D17B04-532C-DDB0-7DCE-C3577177E665}"/>
                </a:ext>
              </a:extLst>
            </p:cNvPr>
            <p:cNvCxnSpPr>
              <a:cxnSpLocks/>
              <a:stCxn id="94" idx="3"/>
              <a:endCxn id="76" idx="2"/>
            </p:cNvCxnSpPr>
            <p:nvPr/>
          </p:nvCxnSpPr>
          <p:spPr>
            <a:xfrm>
              <a:off x="6733451" y="2850985"/>
              <a:ext cx="608172" cy="41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xmlns="" id="{97F07E0E-91B1-F4AF-0F11-EDC6787E0700}"/>
                </a:ext>
              </a:extLst>
            </p:cNvPr>
            <p:cNvCxnSpPr>
              <a:stCxn id="100" idx="3"/>
              <a:endCxn id="77" idx="2"/>
            </p:cNvCxnSpPr>
            <p:nvPr/>
          </p:nvCxnSpPr>
          <p:spPr>
            <a:xfrm>
              <a:off x="6742024" y="3630163"/>
              <a:ext cx="594887" cy="20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xmlns="" id="{E9316988-5211-EAE2-BF8F-E48D69233380}"/>
                </a:ext>
              </a:extLst>
            </p:cNvPr>
            <p:cNvCxnSpPr>
              <a:cxnSpLocks/>
              <a:stCxn id="100" idx="3"/>
              <a:endCxn id="75" idx="2"/>
            </p:cNvCxnSpPr>
            <p:nvPr/>
          </p:nvCxnSpPr>
          <p:spPr>
            <a:xfrm flipV="1">
              <a:off x="6742024" y="2085835"/>
              <a:ext cx="594887" cy="15443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xmlns="" id="{B80C4875-EF8E-BA1D-E0C8-A62FE6B485AD}"/>
                </a:ext>
              </a:extLst>
            </p:cNvPr>
            <p:cNvCxnSpPr>
              <a:cxnSpLocks/>
              <a:stCxn id="94" idx="3"/>
              <a:endCxn id="77" idx="2"/>
            </p:cNvCxnSpPr>
            <p:nvPr/>
          </p:nvCxnSpPr>
          <p:spPr>
            <a:xfrm>
              <a:off x="6733451" y="2850985"/>
              <a:ext cx="603460" cy="7811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106">
              <a:extLst>
                <a:ext uri="{FF2B5EF4-FFF2-40B4-BE49-F238E27FC236}">
                  <a16:creationId xmlns:a16="http://schemas.microsoft.com/office/drawing/2014/main" xmlns="" id="{F7F1680B-CC31-23AE-2548-4D1D8C56075F}"/>
                </a:ext>
              </a:extLst>
            </p:cNvPr>
            <p:cNvCxnSpPr>
              <a:cxnSpLocks/>
              <a:stCxn id="93" idx="3"/>
              <a:endCxn id="76" idx="2"/>
            </p:cNvCxnSpPr>
            <p:nvPr/>
          </p:nvCxnSpPr>
          <p:spPr>
            <a:xfrm>
              <a:off x="6731944" y="2081731"/>
              <a:ext cx="609679" cy="7733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107">
              <a:extLst>
                <a:ext uri="{FF2B5EF4-FFF2-40B4-BE49-F238E27FC236}">
                  <a16:creationId xmlns:a16="http://schemas.microsoft.com/office/drawing/2014/main" xmlns="" id="{C9236142-9603-ACD3-CDB2-89FD439FD192}"/>
                </a:ext>
              </a:extLst>
            </p:cNvPr>
            <p:cNvCxnSpPr>
              <a:cxnSpLocks/>
              <a:stCxn id="93" idx="3"/>
              <a:endCxn id="77" idx="2"/>
            </p:cNvCxnSpPr>
            <p:nvPr/>
          </p:nvCxnSpPr>
          <p:spPr>
            <a:xfrm>
              <a:off x="6731944" y="2081731"/>
              <a:ext cx="604967" cy="15504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xmlns="" id="{8A27B6E8-4D88-C02C-E72A-82E55AE2E958}"/>
                </a:ext>
              </a:extLst>
            </p:cNvPr>
            <p:cNvCxnSpPr>
              <a:cxnSpLocks/>
              <a:stCxn id="70" idx="6"/>
              <a:endCxn id="74" idx="2"/>
            </p:cNvCxnSpPr>
            <p:nvPr/>
          </p:nvCxnSpPr>
          <p:spPr>
            <a:xfrm>
              <a:off x="9104028" y="2420867"/>
              <a:ext cx="494370" cy="74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xmlns="" id="{31E8B782-B242-223E-A7ED-547B7A9A9273}"/>
                </a:ext>
              </a:extLst>
            </p:cNvPr>
            <p:cNvCxnSpPr>
              <a:stCxn id="71" idx="6"/>
              <a:endCxn id="74" idx="2"/>
            </p:cNvCxnSpPr>
            <p:nvPr/>
          </p:nvCxnSpPr>
          <p:spPr>
            <a:xfrm flipV="1">
              <a:off x="9108740" y="2428292"/>
              <a:ext cx="489658" cy="8612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CaixaDeTexto 114">
                  <a:extLst>
                    <a:ext uri="{FF2B5EF4-FFF2-40B4-BE49-F238E27FC236}">
                      <a16:creationId xmlns:a16="http://schemas.microsoft.com/office/drawing/2014/main" xmlns="" id="{8EB4E742-DDB4-1C8D-EDF1-F9E9148B24AE}"/>
                    </a:ext>
                  </a:extLst>
                </p:cNvPr>
                <p:cNvSpPr txBox="1"/>
                <p:nvPr/>
              </p:nvSpPr>
              <p:spPr>
                <a:xfrm>
                  <a:off x="10351054" y="2206213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5" name="CaixaDeTexto 114">
                  <a:extLst>
                    <a:ext uri="{FF2B5EF4-FFF2-40B4-BE49-F238E27FC236}">
                      <a16:creationId xmlns:a16="http://schemas.microsoft.com/office/drawing/2014/main" id="{8EB4E742-DDB4-1C8D-EDF1-F9E9148B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1054" y="2206213"/>
                  <a:ext cx="415834" cy="369332"/>
                </a:xfrm>
                <a:prstGeom prst="rect">
                  <a:avLst/>
                </a:prstGeom>
                <a:blipFill>
                  <a:blip r:embed="rId11"/>
                  <a:stretch>
                    <a:fillRect t="-6667" r="-10294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CaixaDeTexto 115">
                  <a:extLst>
                    <a:ext uri="{FF2B5EF4-FFF2-40B4-BE49-F238E27FC236}">
                      <a16:creationId xmlns:a16="http://schemas.microsoft.com/office/drawing/2014/main" xmlns="" id="{FE572705-88AC-7FB1-D34B-0B9CE62A8FF4}"/>
                    </a:ext>
                  </a:extLst>
                </p:cNvPr>
                <p:cNvSpPr txBox="1"/>
                <p:nvPr/>
              </p:nvSpPr>
              <p:spPr>
                <a:xfrm flipH="1">
                  <a:off x="6218374" y="3130788"/>
                  <a:ext cx="6536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6" name="CaixaDeTexto 115">
                  <a:extLst>
                    <a:ext uri="{FF2B5EF4-FFF2-40B4-BE49-F238E27FC236}">
                      <a16:creationId xmlns:a16="http://schemas.microsoft.com/office/drawing/2014/main" id="{FE572705-88AC-7FB1-D34B-0B9CE62A8F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18374" y="3130788"/>
                  <a:ext cx="653654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7" name="Conector de Seta Reta 116">
              <a:extLst>
                <a:ext uri="{FF2B5EF4-FFF2-40B4-BE49-F238E27FC236}">
                  <a16:creationId xmlns:a16="http://schemas.microsoft.com/office/drawing/2014/main" xmlns="" id="{D9AFE3DA-ADA3-1224-2A12-9B2FE6B8F2B3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8821000" y="1995394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de Seta Reta 117">
              <a:extLst>
                <a:ext uri="{FF2B5EF4-FFF2-40B4-BE49-F238E27FC236}">
                  <a16:creationId xmlns:a16="http://schemas.microsoft.com/office/drawing/2014/main" xmlns="" id="{14046F89-B1EC-4C7D-73B5-BB360D26991E}"/>
                </a:ext>
              </a:extLst>
            </p:cNvPr>
            <p:cNvCxnSpPr>
              <a:cxnSpLocks/>
            </p:cNvCxnSpPr>
            <p:nvPr/>
          </p:nvCxnSpPr>
          <p:spPr>
            <a:xfrm>
              <a:off x="8825711" y="288621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de Seta Reta 120">
              <a:extLst>
                <a:ext uri="{FF2B5EF4-FFF2-40B4-BE49-F238E27FC236}">
                  <a16:creationId xmlns:a16="http://schemas.microsoft.com/office/drawing/2014/main" xmlns="" id="{D705BDCB-087E-A436-DB26-F55A5F8B6D28}"/>
                </a:ext>
              </a:extLst>
            </p:cNvPr>
            <p:cNvCxnSpPr>
              <a:cxnSpLocks/>
            </p:cNvCxnSpPr>
            <p:nvPr/>
          </p:nvCxnSpPr>
          <p:spPr>
            <a:xfrm>
              <a:off x="7616038" y="166036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de Seta Reta 121">
              <a:extLst>
                <a:ext uri="{FF2B5EF4-FFF2-40B4-BE49-F238E27FC236}">
                  <a16:creationId xmlns:a16="http://schemas.microsoft.com/office/drawing/2014/main" xmlns="" id="{7A4CB641-FA56-89FC-C592-0F98EA9EDA97}"/>
                </a:ext>
              </a:extLst>
            </p:cNvPr>
            <p:cNvCxnSpPr>
              <a:cxnSpLocks/>
            </p:cNvCxnSpPr>
            <p:nvPr/>
          </p:nvCxnSpPr>
          <p:spPr>
            <a:xfrm>
              <a:off x="7622388" y="2420867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de Seta Reta 122">
              <a:extLst>
                <a:ext uri="{FF2B5EF4-FFF2-40B4-BE49-F238E27FC236}">
                  <a16:creationId xmlns:a16="http://schemas.microsoft.com/office/drawing/2014/main" xmlns="" id="{FE5DFC41-0476-5BEB-7A0F-E8A00E426DF0}"/>
                </a:ext>
              </a:extLst>
            </p:cNvPr>
            <p:cNvCxnSpPr>
              <a:cxnSpLocks/>
            </p:cNvCxnSpPr>
            <p:nvPr/>
          </p:nvCxnSpPr>
          <p:spPr>
            <a:xfrm>
              <a:off x="7616038" y="320671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de Seta Reta 124">
              <a:extLst>
                <a:ext uri="{FF2B5EF4-FFF2-40B4-BE49-F238E27FC236}">
                  <a16:creationId xmlns:a16="http://schemas.microsoft.com/office/drawing/2014/main" xmlns="" id="{4D7EA5BC-D33F-29B5-CC10-4743D30E5FF7}"/>
                </a:ext>
              </a:extLst>
            </p:cNvPr>
            <p:cNvCxnSpPr>
              <a:cxnSpLocks/>
            </p:cNvCxnSpPr>
            <p:nvPr/>
          </p:nvCxnSpPr>
          <p:spPr>
            <a:xfrm>
              <a:off x="9886139" y="2014236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Elipse 125">
              <a:extLst>
                <a:ext uri="{FF2B5EF4-FFF2-40B4-BE49-F238E27FC236}">
                  <a16:creationId xmlns:a16="http://schemas.microsoft.com/office/drawing/2014/main" xmlns="" id="{439307EE-E4A5-3FF6-C3AF-D309DD95872F}"/>
                </a:ext>
              </a:extLst>
            </p:cNvPr>
            <p:cNvSpPr/>
            <p:nvPr/>
          </p:nvSpPr>
          <p:spPr>
            <a:xfrm>
              <a:off x="9598397" y="299868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27" name="Conector de Seta Reta 126">
              <a:extLst>
                <a:ext uri="{FF2B5EF4-FFF2-40B4-BE49-F238E27FC236}">
                  <a16:creationId xmlns:a16="http://schemas.microsoft.com/office/drawing/2014/main" xmlns="" id="{DFE32563-DACC-E8C1-9A14-D1ADC3F11D5B}"/>
                </a:ext>
              </a:extLst>
            </p:cNvPr>
            <p:cNvCxnSpPr>
              <a:cxnSpLocks/>
            </p:cNvCxnSpPr>
            <p:nvPr/>
          </p:nvCxnSpPr>
          <p:spPr>
            <a:xfrm>
              <a:off x="9884424" y="2872304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de Seta Reta 127">
              <a:extLst>
                <a:ext uri="{FF2B5EF4-FFF2-40B4-BE49-F238E27FC236}">
                  <a16:creationId xmlns:a16="http://schemas.microsoft.com/office/drawing/2014/main" xmlns="" id="{C4FC1BA4-9A33-57A1-8218-2AB89F231DEC}"/>
                </a:ext>
              </a:extLst>
            </p:cNvPr>
            <p:cNvCxnSpPr>
              <a:stCxn id="70" idx="6"/>
              <a:endCxn id="126" idx="2"/>
            </p:cNvCxnSpPr>
            <p:nvPr/>
          </p:nvCxnSpPr>
          <p:spPr>
            <a:xfrm>
              <a:off x="9104028" y="2420867"/>
              <a:ext cx="494369" cy="860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ector de Seta Reta 128">
              <a:extLst>
                <a:ext uri="{FF2B5EF4-FFF2-40B4-BE49-F238E27FC236}">
                  <a16:creationId xmlns:a16="http://schemas.microsoft.com/office/drawing/2014/main" xmlns="" id="{868BA459-31B9-BFDD-3C82-E0AC2383F362}"/>
                </a:ext>
              </a:extLst>
            </p:cNvPr>
            <p:cNvCxnSpPr>
              <a:stCxn id="71" idx="6"/>
              <a:endCxn id="126" idx="2"/>
            </p:cNvCxnSpPr>
            <p:nvPr/>
          </p:nvCxnSpPr>
          <p:spPr>
            <a:xfrm flipV="1">
              <a:off x="9108740" y="3281713"/>
              <a:ext cx="489657" cy="78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de Seta Reta 131">
              <a:extLst>
                <a:ext uri="{FF2B5EF4-FFF2-40B4-BE49-F238E27FC236}">
                  <a16:creationId xmlns:a16="http://schemas.microsoft.com/office/drawing/2014/main" xmlns="" id="{C355A1EF-B99F-DFB7-0631-7F74672E65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61094" y="3279117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CaixaDeTexto 132">
                  <a:extLst>
                    <a:ext uri="{FF2B5EF4-FFF2-40B4-BE49-F238E27FC236}">
                      <a16:creationId xmlns:a16="http://schemas.microsoft.com/office/drawing/2014/main" xmlns="" id="{2BC8051F-3FF7-FF62-6DD8-24309383E3F5}"/>
                    </a:ext>
                  </a:extLst>
                </p:cNvPr>
                <p:cNvSpPr txBox="1"/>
                <p:nvPr/>
              </p:nvSpPr>
              <p:spPr>
                <a:xfrm>
                  <a:off x="10351054" y="3073612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3" name="CaixaDeTexto 132">
                  <a:extLst>
                    <a:ext uri="{FF2B5EF4-FFF2-40B4-BE49-F238E27FC236}">
                      <a16:creationId xmlns:a16="http://schemas.microsoft.com/office/drawing/2014/main" id="{2BC8051F-3FF7-FF62-6DD8-24309383E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1054" y="3073612"/>
                  <a:ext cx="415834" cy="369332"/>
                </a:xfrm>
                <a:prstGeom prst="rect">
                  <a:avLst/>
                </a:prstGeom>
                <a:blipFill>
                  <a:blip r:embed="rId13"/>
                  <a:stretch>
                    <a:fillRect t="-6557" r="-8824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275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Agrupar 19">
            <a:extLst>
              <a:ext uri="{FF2B5EF4-FFF2-40B4-BE49-F238E27FC236}">
                <a16:creationId xmlns:a16="http://schemas.microsoft.com/office/drawing/2014/main" xmlns="" id="{CEC56A2A-D320-AD98-DAE4-189FA39F71B8}"/>
              </a:ext>
            </a:extLst>
          </p:cNvPr>
          <p:cNvGrpSpPr/>
          <p:nvPr/>
        </p:nvGrpSpPr>
        <p:grpSpPr>
          <a:xfrm>
            <a:off x="2647985" y="744952"/>
            <a:ext cx="7097418" cy="5603692"/>
            <a:chOff x="2523807" y="1207797"/>
            <a:chExt cx="7097418" cy="5603692"/>
          </a:xfrm>
        </p:grpSpPr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xmlns="" id="{1885B363-D186-E56A-3E9D-06387065F50B}"/>
                </a:ext>
              </a:extLst>
            </p:cNvPr>
            <p:cNvGrpSpPr/>
            <p:nvPr/>
          </p:nvGrpSpPr>
          <p:grpSpPr>
            <a:xfrm>
              <a:off x="2570774" y="1665107"/>
              <a:ext cx="7050451" cy="4696541"/>
              <a:chOff x="1873948" y="1574796"/>
              <a:chExt cx="7050451" cy="4696541"/>
            </a:xfrm>
          </p:grpSpPr>
          <p:pic>
            <p:nvPicPr>
              <p:cNvPr id="26" name="Picture 2" descr="The Doctor-Patient Relationship | Patient Satisfacton | National">
                <a:extLst>
                  <a:ext uri="{FF2B5EF4-FFF2-40B4-BE49-F238E27FC236}">
                    <a16:creationId xmlns:a16="http://schemas.microsoft.com/office/drawing/2014/main" xmlns="" id="{B64CB687-1630-B706-65E3-6998A4ED38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98803" y="1574796"/>
                <a:ext cx="3522138" cy="23480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7" name="Balão de Fala: Oval 26">
                <a:extLst>
                  <a:ext uri="{FF2B5EF4-FFF2-40B4-BE49-F238E27FC236}">
                    <a16:creationId xmlns:a16="http://schemas.microsoft.com/office/drawing/2014/main" xmlns="" id="{D0AE0D42-9B9F-2D49-6D87-E2748A52C03D}"/>
                  </a:ext>
                </a:extLst>
              </p:cNvPr>
              <p:cNvSpPr/>
              <p:nvPr/>
            </p:nvSpPr>
            <p:spPr>
              <a:xfrm>
                <a:off x="6276622" y="1574796"/>
                <a:ext cx="1313610" cy="619864"/>
              </a:xfrm>
              <a:prstGeom prst="wedgeEllipseCallout">
                <a:avLst>
                  <a:gd name="adj1" fmla="val 42881"/>
                  <a:gd name="adj2" fmla="val 64404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/>
                  <a:t>Você está grávido.</a:t>
                </a:r>
              </a:p>
            </p:txBody>
          </p:sp>
          <p:pic>
            <p:nvPicPr>
              <p:cNvPr id="28" name="Picture 4" descr="Pregnant Women Are To The Doctor. Stock Photo, Picture And Royalty Free  Image. Image 20465296.">
                <a:extLst>
                  <a:ext uri="{FF2B5EF4-FFF2-40B4-BE49-F238E27FC236}">
                    <a16:creationId xmlns:a16="http://schemas.microsoft.com/office/drawing/2014/main" xmlns="" id="{3A05F2BE-5E77-C8FF-FF0A-0E3F98A7D4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3948" y="3922888"/>
                <a:ext cx="3524855" cy="23480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4" descr="Pregnant Women Are To The Doctor. Stock Photo, Picture And Royalty Free  Image. Image 20465296.">
                <a:extLst>
                  <a:ext uri="{FF2B5EF4-FFF2-40B4-BE49-F238E27FC236}">
                    <a16:creationId xmlns:a16="http://schemas.microsoft.com/office/drawing/2014/main" xmlns="" id="{605F38A8-6749-7DAF-FD65-995ADD916D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3948" y="1574796"/>
                <a:ext cx="3524855" cy="23480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0" name="Balão de Fala: Oval 29">
                <a:extLst>
                  <a:ext uri="{FF2B5EF4-FFF2-40B4-BE49-F238E27FC236}">
                    <a16:creationId xmlns:a16="http://schemas.microsoft.com/office/drawing/2014/main" xmlns="" id="{5F91F986-57BA-8C61-8C2B-2154AC167988}"/>
                  </a:ext>
                </a:extLst>
              </p:cNvPr>
              <p:cNvSpPr/>
              <p:nvPr/>
            </p:nvSpPr>
            <p:spPr>
              <a:xfrm>
                <a:off x="2867377" y="1597731"/>
                <a:ext cx="1437147" cy="521895"/>
              </a:xfrm>
              <a:prstGeom prst="wedgeEllipseCallout">
                <a:avLst>
                  <a:gd name="adj1" fmla="val 35734"/>
                  <a:gd name="adj2" fmla="val 101376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/>
                  <a:t>Você está grávida.</a:t>
                </a:r>
              </a:p>
            </p:txBody>
          </p:sp>
          <p:sp>
            <p:nvSpPr>
              <p:cNvPr id="31" name="Balão de Fala: Oval 30">
                <a:extLst>
                  <a:ext uri="{FF2B5EF4-FFF2-40B4-BE49-F238E27FC236}">
                    <a16:creationId xmlns:a16="http://schemas.microsoft.com/office/drawing/2014/main" xmlns="" id="{F02A8CD2-97C4-BED8-C413-1982F9849470}"/>
                  </a:ext>
                </a:extLst>
              </p:cNvPr>
              <p:cNvSpPr/>
              <p:nvPr/>
            </p:nvSpPr>
            <p:spPr>
              <a:xfrm>
                <a:off x="2625936" y="3945823"/>
                <a:ext cx="1648179" cy="521895"/>
              </a:xfrm>
              <a:prstGeom prst="wedgeEllipseCallout">
                <a:avLst>
                  <a:gd name="adj1" fmla="val 35734"/>
                  <a:gd name="adj2" fmla="val 101376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/>
                  <a:t>Você não está grávida.</a:t>
                </a:r>
              </a:p>
            </p:txBody>
          </p:sp>
          <p:pic>
            <p:nvPicPr>
              <p:cNvPr id="32" name="Picture 2" descr="The Doctor-Patient Relationship | Patient Satisfacton | National">
                <a:extLst>
                  <a:ext uri="{FF2B5EF4-FFF2-40B4-BE49-F238E27FC236}">
                    <a16:creationId xmlns:a16="http://schemas.microsoft.com/office/drawing/2014/main" xmlns="" id="{203F09A1-E119-3D1C-2D7F-BACF67955E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02261" y="3923245"/>
                <a:ext cx="3522138" cy="23480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Balão de Fala: Oval 32">
                <a:extLst>
                  <a:ext uri="{FF2B5EF4-FFF2-40B4-BE49-F238E27FC236}">
                    <a16:creationId xmlns:a16="http://schemas.microsoft.com/office/drawing/2014/main" xmlns="" id="{C9652DE1-ACA6-AA41-F682-B35A3D43F562}"/>
                  </a:ext>
                </a:extLst>
              </p:cNvPr>
              <p:cNvSpPr/>
              <p:nvPr/>
            </p:nvSpPr>
            <p:spPr>
              <a:xfrm>
                <a:off x="6016978" y="3923245"/>
                <a:ext cx="1576712" cy="619864"/>
              </a:xfrm>
              <a:prstGeom prst="wedgeEllipseCallout">
                <a:avLst>
                  <a:gd name="adj1" fmla="val 42881"/>
                  <a:gd name="adj2" fmla="val 64404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/>
                  <a:t>Você não está grávido.</a:t>
                </a:r>
              </a:p>
            </p:txBody>
          </p:sp>
        </p:grp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xmlns="" id="{E85EF53B-3B15-FDB2-78B8-64C1B8DC095C}"/>
                </a:ext>
              </a:extLst>
            </p:cNvPr>
            <p:cNvSpPr txBox="1"/>
            <p:nvPr/>
          </p:nvSpPr>
          <p:spPr>
            <a:xfrm>
              <a:off x="6099087" y="1207797"/>
              <a:ext cx="35186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400" b="1" dirty="0"/>
                <a:t>falso positivo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xmlns="" id="{17D1F8F0-2001-487C-0328-B9CC461C5C22}"/>
                </a:ext>
              </a:extLst>
            </p:cNvPr>
            <p:cNvSpPr txBox="1"/>
            <p:nvPr/>
          </p:nvSpPr>
          <p:spPr>
            <a:xfrm>
              <a:off x="2574233" y="1214909"/>
              <a:ext cx="35179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400" b="1" dirty="0"/>
                <a:t>verdadeiro positivo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xmlns="" id="{65FBFC13-3E5C-416E-8BD6-77F707090DB2}"/>
                </a:ext>
              </a:extLst>
            </p:cNvPr>
            <p:cNvSpPr txBox="1"/>
            <p:nvPr/>
          </p:nvSpPr>
          <p:spPr>
            <a:xfrm>
              <a:off x="2523807" y="6349824"/>
              <a:ext cx="35179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400" b="1" dirty="0"/>
                <a:t>falso negativo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xmlns="" id="{89239370-6C0B-DE30-3A02-F18C4C405579}"/>
                </a:ext>
              </a:extLst>
            </p:cNvPr>
            <p:cNvSpPr txBox="1"/>
            <p:nvPr/>
          </p:nvSpPr>
          <p:spPr>
            <a:xfrm>
              <a:off x="6041745" y="6342712"/>
              <a:ext cx="35179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400" b="1" dirty="0"/>
                <a:t>verdadeiro negativo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52360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7890</TotalTime>
  <Words>2050</Words>
  <Application>Microsoft Office PowerPoint</Application>
  <PresentationFormat>Widescreen</PresentationFormat>
  <Paragraphs>237</Paragraphs>
  <Slides>28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Apresentação do PowerPoint</vt:lpstr>
      <vt:lpstr>Acurácia</vt:lpstr>
      <vt:lpstr>Acurácia</vt:lpstr>
      <vt:lpstr>Acurácia</vt:lpstr>
      <vt:lpstr>Precisão</vt:lpstr>
      <vt:lpstr>Recall</vt:lpstr>
      <vt:lpstr>Apresentação do PowerPoint</vt:lpstr>
      <vt:lpstr>Matriz de confusão para caso multiclasses (Q&gt;2)</vt:lpstr>
      <vt:lpstr>Matriz de confusão para caso multiclasses (Q&gt;2)</vt:lpstr>
      <vt:lpstr>Precisão versus recall</vt:lpstr>
      <vt:lpstr>F1-score</vt:lpstr>
      <vt:lpstr>Exemplo</vt:lpstr>
      <vt:lpstr>Apresentação do PowerPoint</vt:lpstr>
      <vt:lpstr>Apresentação do PowerPoint</vt:lpstr>
      <vt:lpstr>Apresentação do PowerPoint</vt:lpstr>
      <vt:lpstr>Acurácia versus precisão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1734</cp:revision>
  <dcterms:created xsi:type="dcterms:W3CDTF">2020-01-20T13:50:05Z</dcterms:created>
  <dcterms:modified xsi:type="dcterms:W3CDTF">2026-02-22T20:00:25Z</dcterms:modified>
</cp:coreProperties>
</file>