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0" r:id="rId14"/>
    <p:sldId id="331" r:id="rId15"/>
    <p:sldId id="319" r:id="rId16"/>
    <p:sldId id="320" r:id="rId17"/>
    <p:sldId id="322" r:id="rId18"/>
    <p:sldId id="321" r:id="rId19"/>
    <p:sldId id="324" r:id="rId20"/>
    <p:sldId id="323" r:id="rId21"/>
    <p:sldId id="293" r:id="rId22"/>
    <p:sldId id="306" r:id="rId2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24/03/2026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2971" y="1825624"/>
                <a:ext cx="6226629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bSup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bSup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p>
                    </m:sSubSup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2971" y="1825624"/>
                <a:ext cx="6226629" cy="5032375"/>
              </a:xfrm>
              <a:blipFill>
                <a:blip r:embed="rId3"/>
                <a:stretch>
                  <a:fillRect l="-176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5405405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114" y="1825625"/>
            <a:ext cx="3744686" cy="4351338"/>
          </a:xfrm>
        </p:spPr>
        <p:txBody>
          <a:bodyPr/>
          <a:lstStyle/>
          <a:p>
            <a:r>
              <a:rPr lang="pt-BR" dirty="0"/>
              <a:t>Outra forma de representação do neurônio.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654502" y="20934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5"/>
                <a:ext cx="7032170" cy="4351338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5"/>
                <a:ext cx="7032170" cy="4351338"/>
              </a:xfrm>
              <a:blipFill>
                <a:blip r:embed="rId3"/>
                <a:stretch>
                  <a:fillRect l="-1560" t="-2241" r="-2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560B2E5E-F285-DBAC-12F8-C23E7602EBB5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AE887D84-DA42-AA16-05E5-E57F08F6CD24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AE887D84-DA42-AA16-05E5-E57F08F6C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30F679-3391-3C1F-BE37-CD6B2704F1F1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30F679-3391-3C1F-BE37-CD6B2704F1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A7AB051-C981-845A-ED07-494F16185233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A7AB051-C981-845A-ED07-494F161852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77DB4635-07B7-7486-7E5D-3ACF28B45B63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77DB4635-07B7-7486-7E5D-3ACF28B45B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E44AABE-4653-C0B2-EB11-C0FEB69735D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E44AABE-4653-C0B2-EB11-C0FEB69735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141CD42-7D53-F5BD-BEF6-04056881C93C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141CD42-7D53-F5BD-BEF6-04056881C9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Diamond 12">
                  <a:extLst>
                    <a:ext uri="{FF2B5EF4-FFF2-40B4-BE49-F238E27FC236}">
                      <a16:creationId xmlns:a16="http://schemas.microsoft.com/office/drawing/2014/main" id="{67CA677B-560B-7B59-D4A5-7FE1ADE51CA4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Diamond 12">
                  <a:extLst>
                    <a:ext uri="{FF2B5EF4-FFF2-40B4-BE49-F238E27FC236}">
                      <a16:creationId xmlns:a16="http://schemas.microsoft.com/office/drawing/2014/main" id="{67CA677B-560B-7B59-D4A5-7FE1ADE51C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903BD0D-90B7-3563-DEA8-0074E8E8DE22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903BD0D-90B7-3563-DEA8-0074E8E8DE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1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D809E63-736B-4875-9A6F-0C0E3D0EE791}"/>
                </a:ext>
              </a:extLst>
            </p:cNvPr>
            <p:cNvCxnSpPr>
              <a:stCxn id="12" idx="0"/>
              <a:endCxn id="8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F863549-E754-FB83-0BC8-ADCD812A40BF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BA22B2C-803A-7AAF-2961-172354C4261D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7602213-99C2-6D91-68C2-350E51CB45BA}"/>
                </a:ext>
              </a:extLst>
            </p:cNvPr>
            <p:cNvCxnSpPr>
              <a:stCxn id="11" idx="0"/>
              <a:endCxn id="7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0B339F9D-BF4A-F570-33E8-268CA4955E06}"/>
                </a:ext>
              </a:extLst>
            </p:cNvPr>
            <p:cNvCxnSpPr>
              <a:stCxn id="13" idx="3"/>
              <a:endCxn id="9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8CF9987-D9A4-3B7F-13F8-EECF2B070EC6}"/>
                </a:ext>
              </a:extLst>
            </p:cNvPr>
            <p:cNvCxnSpPr>
              <a:stCxn id="13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BE173DAD-6279-DA18-890C-558E2E4BEDFA}"/>
                </a:ext>
              </a:extLst>
            </p:cNvPr>
            <p:cNvCxnSpPr>
              <a:cxnSpLocks/>
              <a:stCxn id="9" idx="2"/>
              <a:endCxn id="14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A99DD4B-EF59-5C44-CC1D-6ED353F56C0E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 neural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2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4B591-1BC6-B85F-D4D4-18AFAE75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18D08-63C8-FE13-750C-9A4ED4F3D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62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Para que as </a:t>
            </a:r>
            <a:r>
              <a:rPr lang="pt-BR" dirty="0" err="1"/>
              <a:t>RNNs</a:t>
            </a:r>
            <a:r>
              <a:rPr lang="pt-BR" dirty="0"/>
              <a:t> aprendam de forma efetiva, usamos uma versão levemente modificada do </a:t>
            </a:r>
            <a:r>
              <a:rPr lang="pt-BR" dirty="0" err="1"/>
              <a:t>Backpropagation</a:t>
            </a:r>
            <a:r>
              <a:rPr lang="pt-BR"/>
              <a:t>: BPTT</a:t>
            </a:r>
          </a:p>
          <a:p>
            <a:r>
              <a:rPr lang="pt-BR" dirty="0"/>
              <a:t>Gradiente ao longo do tempo</a:t>
            </a:r>
          </a:p>
          <a:p>
            <a:r>
              <a:rPr lang="pt-BR" dirty="0"/>
              <a:t>Rede “desdobrada”</a:t>
            </a:r>
          </a:p>
          <a:p>
            <a:r>
              <a:rPr lang="pt-BR" dirty="0"/>
              <a:t>Soma gradientes em todos os passos</a:t>
            </a:r>
          </a:p>
          <a:p>
            <a:r>
              <a:rPr lang="pt-BR" dirty="0"/>
              <a:t>Pesos compartilhados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45228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Gradientes → muito pequenos</a:t>
            </a:r>
          </a:p>
          <a:p>
            <a:r>
              <a:rPr lang="pt-BR" dirty="0"/>
              <a:t>Informação antiga se perde</a:t>
            </a:r>
          </a:p>
          <a:p>
            <a:r>
              <a:rPr lang="pt-BR" dirty="0"/>
              <a:t>Dificuldade com dependências longas</a:t>
            </a:r>
          </a:p>
          <a:p>
            <a:r>
              <a:rPr lang="pt-BR" dirty="0"/>
              <a:t>Consequência: RNN aprende apenas dependências curtas</a:t>
            </a:r>
          </a:p>
        </p:txBody>
      </p:sp>
    </p:spTree>
    <p:extLst>
      <p:ext uri="{BB962C8B-B14F-4D97-AF65-F5344CB8AC3E}">
        <p14:creationId xmlns:p14="http://schemas.microsoft.com/office/powerpoint/2010/main" val="753048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LSTM</a:t>
            </a:r>
          </a:p>
        </p:txBody>
      </p:sp>
    </p:spTree>
    <p:extLst>
      <p:ext uri="{BB962C8B-B14F-4D97-AF65-F5344CB8AC3E}">
        <p14:creationId xmlns:p14="http://schemas.microsoft.com/office/powerpoint/2010/main" val="3863331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LSTM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Resolver dependências longas</a:t>
            </a:r>
          </a:p>
          <a:p>
            <a:r>
              <a:rPr lang="pt-BR" dirty="0"/>
              <a:t>Evitar </a:t>
            </a:r>
            <a:r>
              <a:rPr lang="pt-BR" dirty="0" err="1"/>
              <a:t>vanishing</a:t>
            </a:r>
            <a:r>
              <a:rPr lang="pt-BR" dirty="0"/>
              <a:t> </a:t>
            </a:r>
            <a:r>
              <a:rPr lang="pt-BR" dirty="0" err="1"/>
              <a:t>gradient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654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Variantes</a:t>
            </a:r>
          </a:p>
        </p:txBody>
      </p:sp>
    </p:spTree>
    <p:extLst>
      <p:ext uri="{BB962C8B-B14F-4D97-AF65-F5344CB8AC3E}">
        <p14:creationId xmlns:p14="http://schemas.microsoft.com/office/powerpoint/2010/main" val="2837701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GRU</a:t>
            </a:r>
          </a:p>
          <a:p>
            <a:pPr lvl="1"/>
            <a:r>
              <a:rPr lang="pt-BR" dirty="0"/>
              <a:t>Versão simplificada</a:t>
            </a:r>
          </a:p>
          <a:p>
            <a:pPr lvl="1"/>
            <a:r>
              <a:rPr lang="pt-BR" dirty="0"/>
              <a:t>Menos parâmetros</a:t>
            </a:r>
          </a:p>
          <a:p>
            <a:pPr lvl="1"/>
            <a:r>
              <a:rPr lang="pt-BR" dirty="0"/>
              <a:t>Frequentemente mais rápida de treinar. </a:t>
            </a:r>
          </a:p>
          <a:p>
            <a:r>
              <a:rPr lang="pt-BR" dirty="0" err="1"/>
              <a:t>Bidirectional</a:t>
            </a:r>
            <a:r>
              <a:rPr lang="pt-BR" dirty="0"/>
              <a:t> RNN</a:t>
            </a:r>
          </a:p>
          <a:p>
            <a:pPr lvl="1"/>
            <a:r>
              <a:rPr lang="pt-BR" dirty="0"/>
              <a:t>Considera passado e futuro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0481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8150</TotalTime>
  <Words>709</Words>
  <Application>Microsoft Office PowerPoint</Application>
  <PresentationFormat>Widescreen</PresentationFormat>
  <Paragraphs>127</Paragraphs>
  <Slides>22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Rede neural recorrente</vt:lpstr>
      <vt:lpstr>PowerPoint Presentation</vt:lpstr>
      <vt:lpstr>PowerPoint Presentation</vt:lpstr>
      <vt:lpstr>Backpropagation Through Time (BPTT)</vt:lpstr>
      <vt:lpstr>Desaparecimento do gradiente</vt:lpstr>
      <vt:lpstr>PowerPoint Presentation</vt:lpstr>
      <vt:lpstr>Motivação para LSTM</vt:lpstr>
      <vt:lpstr>PowerPoint Presentation</vt:lpstr>
      <vt:lpstr>Variantes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1747</cp:revision>
  <dcterms:created xsi:type="dcterms:W3CDTF">2020-01-20T13:50:05Z</dcterms:created>
  <dcterms:modified xsi:type="dcterms:W3CDTF">2026-03-25T02:26:05Z</dcterms:modified>
</cp:coreProperties>
</file>