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315" r:id="rId3"/>
    <p:sldId id="308" r:id="rId4"/>
    <p:sldId id="316" r:id="rId5"/>
    <p:sldId id="317" r:id="rId6"/>
    <p:sldId id="318" r:id="rId7"/>
    <p:sldId id="319" r:id="rId8"/>
    <p:sldId id="320" r:id="rId9"/>
    <p:sldId id="322" r:id="rId10"/>
    <p:sldId id="321" r:id="rId11"/>
    <p:sldId id="324" r:id="rId12"/>
    <p:sldId id="323" r:id="rId13"/>
    <p:sldId id="293" r:id="rId14"/>
    <p:sldId id="306" r:id="rId1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Redes neurais recorrentes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Muitos problemas são </a:t>
            </a:r>
            <a:r>
              <a:rPr lang="pt-BR" altLang="pt-BR" b="1" dirty="0">
                <a:latin typeface="Arial" panose="020B0604020202020204" pitchFamily="34" charset="0"/>
              </a:rPr>
              <a:t>sequenciais</a:t>
            </a:r>
            <a:r>
              <a:rPr lang="pt-BR" altLang="pt-BR" dirty="0">
                <a:latin typeface="Arial" panose="020B0604020202020204" pitchFamily="34" charset="0"/>
              </a:rPr>
              <a:t>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Voz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Texto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Séries temporais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Vídeo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latin typeface="Arial" panose="020B0604020202020204" pitchFamily="34" charset="0"/>
              </a:rPr>
              <a:t>Precisamos modelar </a:t>
            </a:r>
            <a:r>
              <a:rPr lang="pt-BR" altLang="pt-BR" b="1" dirty="0">
                <a:latin typeface="Arial" panose="020B0604020202020204" pitchFamily="34" charset="0"/>
              </a:rPr>
              <a:t>dependência temporal</a:t>
            </a:r>
            <a:r>
              <a:rPr lang="pt-BR" altLang="pt-BR" dirty="0">
                <a:latin typeface="Arial" panose="020B0604020202020204" pitchFamily="34" charset="0"/>
              </a:rPr>
              <a:t> 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Exemplos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</a:t>
            </a:r>
            <a:endParaRPr lang="pt-BR" dirty="0" smtClean="0"/>
          </a:p>
          <a:p>
            <a:r>
              <a:rPr lang="pt-BR" dirty="0" smtClean="0"/>
              <a:t>Tradução </a:t>
            </a:r>
            <a:r>
              <a:rPr lang="pt-BR" dirty="0"/>
              <a:t>automática </a:t>
            </a:r>
            <a:endParaRPr lang="pt-BR" dirty="0" smtClean="0"/>
          </a:p>
          <a:p>
            <a:r>
              <a:rPr lang="pt-BR" dirty="0" smtClean="0"/>
              <a:t>Classificação </a:t>
            </a:r>
            <a:r>
              <a:rPr lang="pt-BR" dirty="0"/>
              <a:t>de sentimento </a:t>
            </a:r>
            <a:endParaRPr lang="pt-BR" dirty="0" smtClean="0"/>
          </a:p>
          <a:p>
            <a:r>
              <a:rPr lang="pt-BR" dirty="0" smtClean="0"/>
              <a:t>Geração </a:t>
            </a:r>
            <a:r>
              <a:rPr lang="pt-BR" dirty="0"/>
              <a:t>de texto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MLP</a:t>
            </a:r>
            <a:r>
              <a:rPr lang="pt-BR" dirty="0" smtClean="0"/>
              <a:t>:</a:t>
            </a:r>
          </a:p>
          <a:p>
            <a:pPr lvl="1"/>
            <a:r>
              <a:rPr lang="pt-BR" dirty="0" smtClean="0"/>
              <a:t>Sem memória</a:t>
            </a:r>
          </a:p>
          <a:p>
            <a:pPr lvl="1"/>
            <a:r>
              <a:rPr lang="pt-BR" dirty="0" smtClean="0"/>
              <a:t>Entrada </a:t>
            </a:r>
            <a:r>
              <a:rPr lang="pt-BR" dirty="0"/>
              <a:t>→ saída </a:t>
            </a:r>
            <a:r>
              <a:rPr lang="pt-BR" dirty="0" smtClean="0"/>
              <a:t>independente</a:t>
            </a:r>
          </a:p>
          <a:p>
            <a:r>
              <a:rPr lang="pt-BR" dirty="0" smtClean="0"/>
              <a:t>Não </a:t>
            </a:r>
            <a:r>
              <a:rPr lang="pt-BR" dirty="0"/>
              <a:t>modela histórico</a:t>
            </a:r>
          </a:p>
        </p:txBody>
      </p:sp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Redes recorrentes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Possui loops de </a:t>
            </a:r>
            <a:r>
              <a:rPr lang="pt-BR" dirty="0" smtClean="0"/>
              <a:t>feedback</a:t>
            </a:r>
          </a:p>
          <a:p>
            <a:r>
              <a:rPr lang="pt-BR" dirty="0" smtClean="0"/>
              <a:t>Mantém </a:t>
            </a:r>
            <a:r>
              <a:rPr lang="pt-BR" dirty="0"/>
              <a:t>estado interno (memória)</a:t>
            </a:r>
          </a:p>
        </p:txBody>
      </p:sp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Interpretação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Combina</a:t>
            </a:r>
            <a:r>
              <a:rPr lang="pt-BR" dirty="0" smtClean="0"/>
              <a:t>:</a:t>
            </a:r>
          </a:p>
          <a:p>
            <a:pPr lvl="1"/>
            <a:r>
              <a:rPr lang="pt-BR" dirty="0" smtClean="0"/>
              <a:t>Entrada atual</a:t>
            </a:r>
          </a:p>
          <a:p>
            <a:pPr lvl="1"/>
            <a:r>
              <a:rPr lang="pt-BR" dirty="0" smtClean="0"/>
              <a:t>Estado passado</a:t>
            </a:r>
          </a:p>
          <a:p>
            <a:r>
              <a:rPr lang="pt-BR" dirty="0" smtClean="0"/>
              <a:t>Modelo </a:t>
            </a:r>
            <a:r>
              <a:rPr lang="pt-BR" dirty="0"/>
              <a:t>depende da história</a:t>
            </a:r>
          </a:p>
        </p:txBody>
      </p:sp>
    </p:spTree>
    <p:extLst>
      <p:ext uri="{BB962C8B-B14F-4D97-AF65-F5344CB8AC3E}">
        <p14:creationId xmlns:p14="http://schemas.microsoft.com/office/powerpoint/2010/main" val="983730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Para que as </a:t>
            </a:r>
            <a:r>
              <a:rPr lang="pt-BR" dirty="0" err="1"/>
              <a:t>RNNs</a:t>
            </a:r>
            <a:r>
              <a:rPr lang="pt-BR" dirty="0"/>
              <a:t> aprendam de forma efetiva, usamos uma versão levemente modificada do </a:t>
            </a:r>
            <a:r>
              <a:rPr lang="pt-BR" dirty="0" err="1" smtClean="0"/>
              <a:t>Backpropagation</a:t>
            </a:r>
            <a:r>
              <a:rPr lang="pt-BR" smtClean="0"/>
              <a:t>: BPTT</a:t>
            </a:r>
          </a:p>
          <a:p>
            <a:r>
              <a:rPr lang="pt-BR" dirty="0" smtClean="0"/>
              <a:t>Gradiente </a:t>
            </a:r>
            <a:r>
              <a:rPr lang="pt-BR" dirty="0"/>
              <a:t>ao longo do </a:t>
            </a:r>
            <a:r>
              <a:rPr lang="pt-BR" dirty="0" smtClean="0"/>
              <a:t>tempo</a:t>
            </a:r>
          </a:p>
          <a:p>
            <a:r>
              <a:rPr lang="pt-BR" dirty="0" smtClean="0"/>
              <a:t>Rede </a:t>
            </a:r>
            <a:r>
              <a:rPr lang="pt-BR" dirty="0"/>
              <a:t>“</a:t>
            </a:r>
            <a:r>
              <a:rPr lang="pt-BR" dirty="0" smtClean="0"/>
              <a:t>desdobrada”</a:t>
            </a:r>
          </a:p>
          <a:p>
            <a:r>
              <a:rPr lang="pt-BR" dirty="0"/>
              <a:t>Soma gradientes em todos os </a:t>
            </a:r>
            <a:r>
              <a:rPr lang="pt-BR" dirty="0" smtClean="0"/>
              <a:t>passos</a:t>
            </a:r>
          </a:p>
          <a:p>
            <a:r>
              <a:rPr lang="pt-BR" dirty="0" smtClean="0"/>
              <a:t>Pesos compartilhados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4522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Desaparecimento do gradiente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Gradientes → muito </a:t>
            </a:r>
            <a:r>
              <a:rPr lang="pt-BR" dirty="0" smtClean="0"/>
              <a:t>pequenos</a:t>
            </a:r>
          </a:p>
          <a:p>
            <a:r>
              <a:rPr lang="pt-BR" dirty="0" smtClean="0"/>
              <a:t>Informação </a:t>
            </a:r>
            <a:r>
              <a:rPr lang="pt-BR" dirty="0"/>
              <a:t>antiga se </a:t>
            </a:r>
            <a:r>
              <a:rPr lang="pt-BR" dirty="0" smtClean="0"/>
              <a:t>perde</a:t>
            </a:r>
          </a:p>
          <a:p>
            <a:r>
              <a:rPr lang="pt-BR" dirty="0" smtClean="0"/>
              <a:t>Dificuldade </a:t>
            </a:r>
            <a:r>
              <a:rPr lang="pt-BR" dirty="0"/>
              <a:t>com dependências </a:t>
            </a:r>
            <a:r>
              <a:rPr lang="pt-BR" dirty="0" smtClean="0"/>
              <a:t>longas</a:t>
            </a:r>
          </a:p>
          <a:p>
            <a:r>
              <a:rPr lang="pt-BR" dirty="0" smtClean="0"/>
              <a:t>Consequência: </a:t>
            </a:r>
            <a:r>
              <a:rPr lang="pt-BR" dirty="0"/>
              <a:t>RNN aprende apenas dependências curtas</a:t>
            </a:r>
          </a:p>
        </p:txBody>
      </p:sp>
    </p:spTree>
    <p:extLst>
      <p:ext uri="{BB962C8B-B14F-4D97-AF65-F5344CB8AC3E}">
        <p14:creationId xmlns:p14="http://schemas.microsoft.com/office/powerpoint/2010/main" val="753048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LSTM</a:t>
            </a:r>
            <a:endParaRPr lang="pt-BR" sz="6000" dirty="0"/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</a:t>
            </a:r>
            <a:r>
              <a:rPr lang="pt-BR" dirty="0" smtClean="0"/>
              <a:t>LSTM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Resolver </a:t>
            </a:r>
            <a:r>
              <a:rPr lang="pt-BR" dirty="0"/>
              <a:t>dependências </a:t>
            </a:r>
            <a:r>
              <a:rPr lang="pt-BR" dirty="0" smtClean="0"/>
              <a:t>longas</a:t>
            </a:r>
          </a:p>
          <a:p>
            <a:r>
              <a:rPr lang="pt-BR" dirty="0" smtClean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Variantes</a:t>
            </a:r>
            <a:endParaRPr lang="pt-BR" sz="6000" dirty="0"/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Variantes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GRU</a:t>
            </a:r>
          </a:p>
          <a:p>
            <a:pPr lvl="1"/>
            <a:r>
              <a:rPr lang="pt-BR" dirty="0"/>
              <a:t>Versão </a:t>
            </a:r>
            <a:r>
              <a:rPr lang="pt-BR" dirty="0" smtClean="0"/>
              <a:t>simplificada</a:t>
            </a:r>
          </a:p>
          <a:p>
            <a:pPr lvl="1"/>
            <a:r>
              <a:rPr lang="pt-BR" dirty="0" smtClean="0"/>
              <a:t>Menos parâmetros</a:t>
            </a:r>
          </a:p>
          <a:p>
            <a:pPr lvl="1"/>
            <a:r>
              <a:rPr lang="pt-BR" dirty="0"/>
              <a:t>F</a:t>
            </a:r>
            <a:r>
              <a:rPr lang="pt-BR" dirty="0" smtClean="0"/>
              <a:t>requentemente </a:t>
            </a:r>
            <a:r>
              <a:rPr lang="pt-BR" dirty="0"/>
              <a:t>mais rápida de treinar. </a:t>
            </a:r>
            <a:endParaRPr lang="pt-BR" dirty="0" smtClean="0"/>
          </a:p>
          <a:p>
            <a:r>
              <a:rPr lang="pt-BR" dirty="0" err="1"/>
              <a:t>Bidirectional</a:t>
            </a:r>
            <a:r>
              <a:rPr lang="pt-BR" dirty="0"/>
              <a:t> </a:t>
            </a:r>
            <a:r>
              <a:rPr lang="pt-BR" dirty="0" smtClean="0"/>
              <a:t>RNN</a:t>
            </a:r>
          </a:p>
          <a:p>
            <a:pPr lvl="1"/>
            <a:r>
              <a:rPr lang="pt-BR" dirty="0"/>
              <a:t>Considera passado e </a:t>
            </a:r>
            <a:r>
              <a:rPr lang="pt-BR" dirty="0" smtClean="0"/>
              <a:t>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7921</TotalTime>
  <Words>172</Words>
  <Application>Microsoft Office PowerPoint</Application>
  <PresentationFormat>Widescreen</PresentationFormat>
  <Paragraphs>57</Paragraphs>
  <Slides>14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do Office</vt:lpstr>
      <vt:lpstr>C24 – Inteligência Artificial: Redes neurais recorrentes</vt:lpstr>
      <vt:lpstr>Motivação</vt:lpstr>
      <vt:lpstr>Exemplos</vt:lpstr>
      <vt:lpstr>Limitação de redes tradicionais</vt:lpstr>
      <vt:lpstr>Redes recorrentes</vt:lpstr>
      <vt:lpstr>Interpretação</vt:lpstr>
      <vt:lpstr>Backpropagation Through Time (BPTT)</vt:lpstr>
      <vt:lpstr>Desaparecimento do gradiente</vt:lpstr>
      <vt:lpstr>Apresentação do PowerPoint</vt:lpstr>
      <vt:lpstr>Motivação para LSTM</vt:lpstr>
      <vt:lpstr>Apresentação do PowerPoint</vt:lpstr>
      <vt:lpstr>Variantes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1732</cp:revision>
  <dcterms:created xsi:type="dcterms:W3CDTF">2020-01-20T13:50:05Z</dcterms:created>
  <dcterms:modified xsi:type="dcterms:W3CDTF">2026-03-21T21:08:05Z</dcterms:modified>
</cp:coreProperties>
</file>