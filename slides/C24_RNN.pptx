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45" r:id="rId21"/>
    <p:sldId id="337" r:id="rId22"/>
    <p:sldId id="320" r:id="rId23"/>
    <p:sldId id="322" r:id="rId24"/>
    <p:sldId id="321" r:id="rId25"/>
    <p:sldId id="324" r:id="rId26"/>
    <p:sldId id="323" r:id="rId27"/>
    <p:sldId id="293" r:id="rId28"/>
    <p:sldId id="306" r:id="rId29"/>
    <p:sldId id="335" r:id="rId30"/>
    <p:sldId id="330" r:id="rId31"/>
    <p:sldId id="340" r:id="rId3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2252" autoAdjust="0"/>
  </p:normalViewPr>
  <p:slideViewPr>
    <p:cSldViewPr snapToGrid="0">
      <p:cViewPr>
        <p:scale>
          <a:sx n="100" d="100"/>
          <a:sy n="100" d="100"/>
        </p:scale>
        <p:origin x="1218" y="12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26" Type="http://schemas.openxmlformats.org/officeDocument/2006/relationships/image" Target="../media/image51.png"/><Relationship Id="rId3" Type="http://schemas.openxmlformats.org/officeDocument/2006/relationships/image" Target="../media/image28.png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5" Type="http://schemas.openxmlformats.org/officeDocument/2006/relationships/image" Target="../media/image50.png"/><Relationship Id="rId2" Type="http://schemas.openxmlformats.org/officeDocument/2006/relationships/image" Target="../media/image27.pn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36.png"/><Relationship Id="rId21" Type="http://schemas.openxmlformats.org/officeDocument/2006/relationships/image" Target="../media/image53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image" Target="../media/image35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4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19" Type="http://schemas.openxmlformats.org/officeDocument/2006/relationships/image" Target="../media/image51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4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Instantes de tempos mais antigos </a:t>
            </a:r>
            <a:r>
              <a:rPr lang="pt-BR" b="1" dirty="0"/>
              <a:t>não aprendem.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sz="600" dirty="0"/>
          </a:p>
          <a:p>
            <a:pPr marL="0" indent="0" algn="ctr">
              <a:buNone/>
            </a:pPr>
            <a:r>
              <a:rPr lang="pt-BR" b="1" dirty="0" err="1">
                <a:solidFill>
                  <a:schemeClr val="accent2"/>
                </a:solidFill>
              </a:rPr>
              <a:t>RNNs</a:t>
            </a:r>
            <a:r>
              <a:rPr lang="pt-BR" b="1" dirty="0">
                <a:solidFill>
                  <a:schemeClr val="accent2"/>
                </a:solidFill>
              </a:rPr>
              <a:t> simples não aprendem dependências longas</a:t>
            </a:r>
            <a:endParaRPr 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dirty="0"/>
                  <a:t>Para o desaparecimento: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400" dirty="0"/>
                  <a:t>Introduzem o </a:t>
                </a:r>
                <a:r>
                  <a:rPr lang="pt-BR" sz="2400" dirty="0" err="1"/>
                  <a:t>conveito</a:t>
                </a:r>
                <a:r>
                  <a:rPr lang="pt-BR" sz="2400" dirty="0"/>
                  <a:t> de </a:t>
                </a:r>
                <a:r>
                  <a:rPr lang="pt-BR" sz="2400" i="1" dirty="0" err="1"/>
                  <a:t>gates</a:t>
                </a:r>
                <a:r>
                  <a:rPr lang="pt-BR" sz="2400" dirty="0"/>
                  <a:t>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4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24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sz="2200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Gradientes → muito pequenos</a:t>
            </a:r>
          </a:p>
          <a:p>
            <a:r>
              <a:rPr lang="pt-BR" dirty="0"/>
              <a:t>Informação antiga se perde</a:t>
            </a:r>
          </a:p>
          <a:p>
            <a:r>
              <a:rPr lang="pt-BR" dirty="0"/>
              <a:t>Dificuldade com dependências longas</a:t>
            </a:r>
          </a:p>
          <a:p>
            <a:r>
              <a:rPr lang="pt-BR" dirty="0"/>
              <a:t>Consequência: RNN aprende apenas dependências curtas</a:t>
            </a:r>
          </a:p>
        </p:txBody>
      </p:sp>
    </p:spTree>
    <p:extLst>
      <p:ext uri="{BB962C8B-B14F-4D97-AF65-F5344CB8AC3E}">
        <p14:creationId xmlns:p14="http://schemas.microsoft.com/office/powerpoint/2010/main" val="7530483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LSTM</a:t>
            </a:r>
          </a:p>
        </p:txBody>
      </p:sp>
    </p:spTree>
    <p:extLst>
      <p:ext uri="{BB962C8B-B14F-4D97-AF65-F5344CB8AC3E}">
        <p14:creationId xmlns:p14="http://schemas.microsoft.com/office/powerpoint/2010/main" val="38633316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LSTM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Resolver dependências longas</a:t>
            </a:r>
          </a:p>
          <a:p>
            <a:r>
              <a:rPr lang="pt-BR" dirty="0"/>
              <a:t>Evitar </a:t>
            </a:r>
            <a:r>
              <a:rPr lang="pt-BR" dirty="0" err="1"/>
              <a:t>vanishing</a:t>
            </a:r>
            <a:r>
              <a:rPr lang="pt-BR" dirty="0"/>
              <a:t> </a:t>
            </a:r>
            <a:r>
              <a:rPr lang="pt-BR" dirty="0" err="1"/>
              <a:t>gradient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6546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Variantes</a:t>
            </a:r>
          </a:p>
        </p:txBody>
      </p:sp>
    </p:spTree>
    <p:extLst>
      <p:ext uri="{BB962C8B-B14F-4D97-AF65-F5344CB8AC3E}">
        <p14:creationId xmlns:p14="http://schemas.microsoft.com/office/powerpoint/2010/main" val="28377013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GRU</a:t>
            </a:r>
          </a:p>
          <a:p>
            <a:pPr lvl="1"/>
            <a:r>
              <a:rPr lang="pt-BR" dirty="0"/>
              <a:t>Versão simplificada</a:t>
            </a:r>
          </a:p>
          <a:p>
            <a:pPr lvl="1"/>
            <a:r>
              <a:rPr lang="pt-BR" dirty="0"/>
              <a:t>Menos parâmetros</a:t>
            </a:r>
          </a:p>
          <a:p>
            <a:pPr lvl="1"/>
            <a:r>
              <a:rPr lang="pt-BR" dirty="0"/>
              <a:t>Frequentemente mais rápida de treinar. </a:t>
            </a:r>
          </a:p>
          <a:p>
            <a:r>
              <a:rPr lang="pt-BR" dirty="0" err="1"/>
              <a:t>Bidirectional</a:t>
            </a:r>
            <a:r>
              <a:rPr lang="pt-BR" dirty="0"/>
              <a:t> RNN</a:t>
            </a:r>
          </a:p>
          <a:p>
            <a:pPr lvl="1"/>
            <a:r>
              <a:rPr lang="pt-BR" dirty="0"/>
              <a:t>Considera passado e futuro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04819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8364</TotalTime>
  <Words>1396</Words>
  <Application>Microsoft Office PowerPoint</Application>
  <PresentationFormat>Widescreen</PresentationFormat>
  <Paragraphs>234</Paragraphs>
  <Slides>31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Como mitigar esses problemas?</vt:lpstr>
      <vt:lpstr>PowerPoint Presentation</vt:lpstr>
      <vt:lpstr>Desaparecimento do gradiente</vt:lpstr>
      <vt:lpstr>PowerPoint Presentation</vt:lpstr>
      <vt:lpstr>Motivação para LSTM</vt:lpstr>
      <vt:lpstr>PowerPoint Presentation</vt:lpstr>
      <vt:lpstr>Variantes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1771</cp:revision>
  <dcterms:created xsi:type="dcterms:W3CDTF">2020-01-20T13:50:05Z</dcterms:created>
  <dcterms:modified xsi:type="dcterms:W3CDTF">2026-03-25T14:57:52Z</dcterms:modified>
</cp:coreProperties>
</file>