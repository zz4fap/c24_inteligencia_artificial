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61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56" r:id="rId29"/>
    <p:sldId id="358" r:id="rId30"/>
    <p:sldId id="362" r:id="rId31"/>
    <p:sldId id="365" r:id="rId32"/>
    <p:sldId id="366" r:id="rId33"/>
    <p:sldId id="367" r:id="rId34"/>
    <p:sldId id="360" r:id="rId35"/>
    <p:sldId id="337" r:id="rId36"/>
    <p:sldId id="322" r:id="rId37"/>
    <p:sldId id="321" r:id="rId38"/>
    <p:sldId id="324" r:id="rId39"/>
    <p:sldId id="323" r:id="rId40"/>
    <p:sldId id="293" r:id="rId41"/>
    <p:sldId id="306" r:id="rId42"/>
    <p:sldId id="335" r:id="rId43"/>
    <p:sldId id="330" r:id="rId44"/>
    <p:sldId id="340" r:id="rId45"/>
    <p:sldId id="348" r:id="rId46"/>
    <p:sldId id="350" r:id="rId47"/>
    <p:sldId id="353" r:id="rId48"/>
    <p:sldId id="354" r:id="rId49"/>
    <p:sldId id="357" r:id="rId50"/>
    <p:sldId id="359" r:id="rId51"/>
    <p:sldId id="363" r:id="rId52"/>
    <p:sldId id="364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3051" autoAdjust="0"/>
  </p:normalViewPr>
  <p:slideViewPr>
    <p:cSldViewPr snapToGrid="0">
      <p:cViewPr varScale="1">
        <p:scale>
          <a:sx n="92" d="100"/>
          <a:sy n="92" d="100"/>
        </p:scale>
        <p:origin x="78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0.png"/><Relationship Id="rId19" Type="http://schemas.openxmlformats.org/officeDocument/2006/relationships/image" Target="../media/image44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60.png"/><Relationship Id="rId21" Type="http://schemas.openxmlformats.org/officeDocument/2006/relationships/image" Target="../media/image53.png"/><Relationship Id="rId7" Type="http://schemas.openxmlformats.org/officeDocument/2006/relationships/image" Target="../media/image390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50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70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800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0.png"/><Relationship Id="rId11" Type="http://schemas.openxmlformats.org/officeDocument/2006/relationships/image" Target="../media/image85.png"/><Relationship Id="rId5" Type="http://schemas.openxmlformats.org/officeDocument/2006/relationships/image" Target="../media/image740.png"/><Relationship Id="rId10" Type="http://schemas.openxmlformats.org/officeDocument/2006/relationships/image" Target="../media/image84.png"/><Relationship Id="rId4" Type="http://schemas.openxmlformats.org/officeDocument/2006/relationships/image" Target="../media/image730.png"/><Relationship Id="rId9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72.png"/><Relationship Id="rId7" Type="http://schemas.openxmlformats.org/officeDocument/2006/relationships/image" Target="../media/image71.png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2.png"/><Relationship Id="rId5" Type="http://schemas.openxmlformats.org/officeDocument/2006/relationships/image" Target="../media/image87.png"/><Relationship Id="rId10" Type="http://schemas.openxmlformats.org/officeDocument/2006/relationships/image" Target="../media/image91.png"/><Relationship Id="rId4" Type="http://schemas.openxmlformats.org/officeDocument/2006/relationships/image" Target="../media/image73.png"/><Relationship Id="rId9" Type="http://schemas.openxmlformats.org/officeDocument/2006/relationships/image" Target="../media/image9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8.png"/><Relationship Id="rId7" Type="http://schemas.openxmlformats.org/officeDocument/2006/relationships/image" Target="../media/image71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11" Type="http://schemas.openxmlformats.org/officeDocument/2006/relationships/image" Target="../media/image93.png"/><Relationship Id="rId5" Type="http://schemas.openxmlformats.org/officeDocument/2006/relationships/image" Target="../media/image73.png"/><Relationship Id="rId10" Type="http://schemas.openxmlformats.org/officeDocument/2006/relationships/image" Target="../media/image92.png"/><Relationship Id="rId4" Type="http://schemas.openxmlformats.org/officeDocument/2006/relationships/image" Target="../media/image91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90.png"/><Relationship Id="rId3" Type="http://schemas.openxmlformats.org/officeDocument/2006/relationships/image" Target="../media/image71.png"/><Relationship Id="rId7" Type="http://schemas.openxmlformats.org/officeDocument/2006/relationships/image" Target="../media/image94.png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3.png"/><Relationship Id="rId5" Type="http://schemas.openxmlformats.org/officeDocument/2006/relationships/image" Target="../media/image93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9.png"/><Relationship Id="rId9" Type="http://schemas.openxmlformats.org/officeDocument/2006/relationships/image" Target="../media/image88.png"/><Relationship Id="rId14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44F65-E378-72E6-9E82-AB5132A73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33" y="3710248"/>
            <a:ext cx="8460335" cy="314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7FE8D5-45C3-C0F4-87DB-1AE7EB88B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646" y="4095564"/>
            <a:ext cx="7424707" cy="276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22819" y="1825624"/>
                <a:ext cx="626918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LSTM modifica o estado apenas por meio de interações lineares: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LSTM protege e controla a informação na célula por meio de 3 portas.</a:t>
                </a:r>
              </a:p>
              <a:p>
                <a:r>
                  <a:rPr lang="pt-BR" dirty="0"/>
                  <a:t>As portas são implementadas por uma função sigmoide e uma multiplicação pontual.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22819" y="1825624"/>
                <a:ext cx="6269182" cy="5032375"/>
              </a:xfrm>
              <a:blipFill>
                <a:blip r:embed="rId2"/>
                <a:stretch>
                  <a:fillRect l="-1751" t="-2663" r="-2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7ADA3D-5865-765B-496D-7585F44B78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do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95555" y="1825624"/>
                <a:ext cx="619644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95555" y="1825624"/>
                <a:ext cx="6196445" cy="5032375"/>
              </a:xfrm>
              <a:blipFill>
                <a:blip r:embed="rId2"/>
                <a:stretch>
                  <a:fillRect l="-1772" t="-2663" r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1773A-A795-2DDB-65F5-3E4494F17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6" y="2358720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2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D5E06B7-026A-E591-8B19-3F1AC18DAC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26" y="23448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2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6CFE2064-3693-46C1-D7CB-71B01BCEC9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4" y="2337939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LSTM funcionam como redes residuais. </a:t>
            </a:r>
          </a:p>
          <a:p>
            <a:r>
              <a:rPr lang="pt-BR" sz="4400" b="1" dirty="0">
                <a:solidFill>
                  <a:srgbClr val="FF0000"/>
                </a:solidFill>
              </a:rPr>
              <a:t>Mitigam o desaparecimento do gradiente pelo caminho de cima da célula.</a:t>
            </a:r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3869377" y="2438400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4903519" y="3679370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4365685" y="3752850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5815200" y="2109107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6723148" y="2013858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3555050" y="2672442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E5E7BE9-7FC2-5E7C-BABE-DEDBFF28BC85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61151" y="4036770"/>
              <a:ext cx="2645271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8755</TotalTime>
  <Words>2543</Words>
  <Application>Microsoft Office PowerPoint</Application>
  <PresentationFormat>Widescreen</PresentationFormat>
  <Paragraphs>469</Paragraphs>
  <Slides>52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PowerPoint Presentation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</vt:lpstr>
      <vt:lpstr>Long-short term memory</vt:lpstr>
      <vt:lpstr>Estado da célula e portas</vt:lpstr>
      <vt:lpstr>Porta do esquecimento</vt:lpstr>
      <vt:lpstr>Porta de entrada</vt:lpstr>
      <vt:lpstr>Porta de saída</vt:lpstr>
      <vt:lpstr>Long-short term memory</vt:lpstr>
      <vt:lpstr>Principais desvantagens de LSTMs</vt:lpstr>
      <vt:lpstr>PowerPoint Presentation</vt:lpstr>
      <vt:lpstr>PowerPoint Presentation</vt:lpstr>
      <vt:lpstr>PowerPoint Presentation</vt:lpstr>
      <vt:lpstr>Motivação para LSTM</vt:lpstr>
      <vt:lpstr>PowerPoint Presentation</vt:lpstr>
      <vt:lpstr>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1800</cp:revision>
  <dcterms:created xsi:type="dcterms:W3CDTF">2020-01-20T13:50:05Z</dcterms:created>
  <dcterms:modified xsi:type="dcterms:W3CDTF">2026-03-26T15:19:15Z</dcterms:modified>
</cp:coreProperties>
</file>