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handoutMasterIdLst>
    <p:handoutMasterId r:id="rId90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26" r:id="rId23"/>
    <p:sldId id="331" r:id="rId24"/>
    <p:sldId id="338" r:id="rId25"/>
    <p:sldId id="611" r:id="rId26"/>
    <p:sldId id="341" r:id="rId27"/>
    <p:sldId id="612" r:id="rId28"/>
    <p:sldId id="342" r:id="rId29"/>
    <p:sldId id="613" r:id="rId30"/>
    <p:sldId id="343" r:id="rId31"/>
    <p:sldId id="361" r:id="rId32"/>
    <p:sldId id="623" r:id="rId33"/>
    <p:sldId id="344" r:id="rId34"/>
    <p:sldId id="345" r:id="rId35"/>
    <p:sldId id="601" r:id="rId36"/>
    <p:sldId id="346" r:id="rId37"/>
    <p:sldId id="347" r:id="rId38"/>
    <p:sldId id="349" r:id="rId39"/>
    <p:sldId id="351" r:id="rId40"/>
    <p:sldId id="352" r:id="rId41"/>
    <p:sldId id="355" r:id="rId42"/>
    <p:sldId id="372" r:id="rId43"/>
    <p:sldId id="616" r:id="rId44"/>
    <p:sldId id="374" r:id="rId45"/>
    <p:sldId id="376" r:id="rId46"/>
    <p:sldId id="614" r:id="rId47"/>
    <p:sldId id="356" r:id="rId48"/>
    <p:sldId id="358" r:id="rId49"/>
    <p:sldId id="362" r:id="rId50"/>
    <p:sldId id="591" r:id="rId51"/>
    <p:sldId id="365" r:id="rId52"/>
    <p:sldId id="366" r:id="rId53"/>
    <p:sldId id="367" r:id="rId54"/>
    <p:sldId id="368" r:id="rId55"/>
    <p:sldId id="371" r:id="rId56"/>
    <p:sldId id="603" r:id="rId57"/>
    <p:sldId id="381" r:id="rId58"/>
    <p:sldId id="377" r:id="rId59"/>
    <p:sldId id="594" r:id="rId60"/>
    <p:sldId id="595" r:id="rId61"/>
    <p:sldId id="596" r:id="rId62"/>
    <p:sldId id="597" r:id="rId63"/>
    <p:sldId id="598" r:id="rId64"/>
    <p:sldId id="599" r:id="rId65"/>
    <p:sldId id="624" r:id="rId66"/>
    <p:sldId id="600" r:id="rId67"/>
    <p:sldId id="588" r:id="rId68"/>
    <p:sldId id="589" r:id="rId69"/>
    <p:sldId id="293" r:id="rId70"/>
    <p:sldId id="306" r:id="rId71"/>
    <p:sldId id="335" r:id="rId72"/>
    <p:sldId id="590" r:id="rId73"/>
    <p:sldId id="608" r:id="rId74"/>
    <p:sldId id="330" r:id="rId75"/>
    <p:sldId id="340" r:id="rId76"/>
    <p:sldId id="348" r:id="rId77"/>
    <p:sldId id="350" r:id="rId78"/>
    <p:sldId id="353" r:id="rId79"/>
    <p:sldId id="354" r:id="rId80"/>
    <p:sldId id="373" r:id="rId81"/>
    <p:sldId id="357" r:id="rId82"/>
    <p:sldId id="359" r:id="rId83"/>
    <p:sldId id="592" r:id="rId84"/>
    <p:sldId id="363" r:id="rId85"/>
    <p:sldId id="364" r:id="rId86"/>
    <p:sldId id="369" r:id="rId87"/>
    <p:sldId id="370" r:id="rId8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8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702" t="-1937" r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5649" y="1825624"/>
            <a:ext cx="4226351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Uma RNN desenrolada podem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longas</a:t>
            </a:r>
            <a:r>
              <a:rPr lang="pt-BR" dirty="0"/>
              <a:t>.</a:t>
            </a:r>
          </a:p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A99C8-F767-6453-051D-08BF6C35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E8928D-FA4F-1DDD-7C17-EC8445873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PAREI AQUIIIIII</a:t>
            </a:r>
            <a:endParaRPr lang="en-US" sz="4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145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dirty="0" err="1"/>
                  <a:t>erro</a:t>
                </a:r>
                <a:r>
                  <a:rPr lang="en-US" dirty="0"/>
                  <a:t> total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en-US" dirty="0"/>
                  <a:t>O </a:t>
                </a:r>
                <a:r>
                  <a:rPr lang="en-US" b="1" dirty="0"/>
                  <a:t>TBPTT</a:t>
                </a:r>
                <a:r>
                  <a:rPr lang="en-US" dirty="0"/>
                  <a:t> </a:t>
                </a:r>
                <a:r>
                  <a:rPr lang="en-US" dirty="0" err="1"/>
                  <a:t>ajuda</a:t>
                </a:r>
                <a:r>
                  <a:rPr lang="en-US" dirty="0"/>
                  <a:t> a combater ambos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10212</TotalTime>
  <Words>5745</Words>
  <Application>Microsoft Office PowerPoint</Application>
  <PresentationFormat>Widescreen</PresentationFormat>
  <Paragraphs>927</Paragraphs>
  <Slides>87</Slides>
  <Notes>54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87</vt:i4>
      </vt:variant>
    </vt:vector>
  </HeadingPairs>
  <TitlesOfParts>
    <vt:vector size="9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Apresentação do PowerPoint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2014</cp:revision>
  <dcterms:created xsi:type="dcterms:W3CDTF">2020-01-20T13:50:05Z</dcterms:created>
  <dcterms:modified xsi:type="dcterms:W3CDTF">2026-05-13T20:17:20Z</dcterms:modified>
</cp:coreProperties>
</file>