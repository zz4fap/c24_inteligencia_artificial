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1"/>
  </p:notesMasterIdLst>
  <p:handoutMasterIdLst>
    <p:handoutMasterId r:id="rId92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34" r:id="rId29"/>
    <p:sldId id="612" r:id="rId30"/>
    <p:sldId id="342" r:id="rId31"/>
    <p:sldId id="613" r:id="rId32"/>
    <p:sldId id="343" r:id="rId33"/>
    <p:sldId id="361" r:id="rId34"/>
    <p:sldId id="623" r:id="rId35"/>
    <p:sldId id="344" r:id="rId36"/>
    <p:sldId id="345" r:id="rId37"/>
    <p:sldId id="601" r:id="rId38"/>
    <p:sldId id="346" r:id="rId39"/>
    <p:sldId id="347" r:id="rId40"/>
    <p:sldId id="349" r:id="rId41"/>
    <p:sldId id="351" r:id="rId42"/>
    <p:sldId id="352" r:id="rId43"/>
    <p:sldId id="355" r:id="rId44"/>
    <p:sldId id="372" r:id="rId45"/>
    <p:sldId id="616" r:id="rId46"/>
    <p:sldId id="374" r:id="rId47"/>
    <p:sldId id="376" r:id="rId48"/>
    <p:sldId id="614" r:id="rId49"/>
    <p:sldId id="356" r:id="rId50"/>
    <p:sldId id="358" r:id="rId51"/>
    <p:sldId id="362" r:id="rId52"/>
    <p:sldId id="591" r:id="rId53"/>
    <p:sldId id="365" r:id="rId54"/>
    <p:sldId id="366" r:id="rId55"/>
    <p:sldId id="367" r:id="rId56"/>
    <p:sldId id="368" r:id="rId57"/>
    <p:sldId id="371" r:id="rId58"/>
    <p:sldId id="603" r:id="rId59"/>
    <p:sldId id="381" r:id="rId60"/>
    <p:sldId id="377" r:id="rId61"/>
    <p:sldId id="594" r:id="rId62"/>
    <p:sldId id="595" r:id="rId63"/>
    <p:sldId id="596" r:id="rId64"/>
    <p:sldId id="597" r:id="rId65"/>
    <p:sldId id="598" r:id="rId66"/>
    <p:sldId id="599" r:id="rId67"/>
    <p:sldId id="624" r:id="rId68"/>
    <p:sldId id="600" r:id="rId69"/>
    <p:sldId id="588" r:id="rId70"/>
    <p:sldId id="589" r:id="rId71"/>
    <p:sldId id="293" r:id="rId72"/>
    <p:sldId id="306" r:id="rId73"/>
    <p:sldId id="335" r:id="rId74"/>
    <p:sldId id="590" r:id="rId75"/>
    <p:sldId id="608" r:id="rId76"/>
    <p:sldId id="330" r:id="rId77"/>
    <p:sldId id="340" r:id="rId78"/>
    <p:sldId id="348" r:id="rId79"/>
    <p:sldId id="350" r:id="rId80"/>
    <p:sldId id="353" r:id="rId81"/>
    <p:sldId id="354" r:id="rId82"/>
    <p:sldId id="373" r:id="rId83"/>
    <p:sldId id="357" r:id="rId84"/>
    <p:sldId id="359" r:id="rId85"/>
    <p:sldId id="592" r:id="rId86"/>
    <p:sldId id="363" r:id="rId87"/>
    <p:sldId id="364" r:id="rId88"/>
    <p:sldId id="369" r:id="rId89"/>
    <p:sldId id="370" r:id="rId9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1985" autoAdjust="0"/>
  </p:normalViewPr>
  <p:slideViewPr>
    <p:cSldViewPr snapToGrid="0">
      <p:cViewPr varScale="1">
        <p:scale>
          <a:sx n="102" d="100"/>
          <a:sy n="102" d="100"/>
        </p:scale>
        <p:origin x="1176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notesMaster" Target="notesMasters/notesMaster1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Relationship Id="rId9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https://medium.com/@surajprakash612/recurrent-neural-networks-rnns-the-engine-for-sequential-data-fc1d552ebfc1</a:t>
            </a:r>
          </a:p>
          <a:p>
            <a:r>
              <a:rPr lang="pt-BR" dirty="0"/>
              <a:t>[2] https://d2l.ai/chapter_recurrent-neural-networks/bptt.html</a:t>
            </a:r>
          </a:p>
          <a:p>
            <a:r>
              <a:rPr lang="pt-BR" dirty="0"/>
              <a:t>[3]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1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Softmax para problemas de classificação multiclasses.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Logística para problemas de classificação binários e </a:t>
                </a:r>
                <a:r>
                  <a:rPr lang="pt-BR" dirty="0" err="1"/>
                  <a:t>multi-rótulos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Identidade para problemas de regressão.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2663" r="-50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0130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o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en-US" dirty="0"/>
                  <a:t>O </a:t>
                </a:r>
                <a:r>
                  <a:rPr lang="en-US" b="1" dirty="0"/>
                  <a:t>TBPTT</a:t>
                </a:r>
                <a:r>
                  <a:rPr lang="en-US" dirty="0"/>
                  <a:t> </a:t>
                </a:r>
                <a:r>
                  <a:rPr lang="en-US" dirty="0" err="1"/>
                  <a:t>ajuda</a:t>
                </a:r>
                <a:r>
                  <a:rPr lang="en-US" dirty="0"/>
                  <a:t> a combater ambos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10356</TotalTime>
  <Words>5982</Words>
  <Application>Microsoft Office PowerPoint</Application>
  <PresentationFormat>Widescreen</PresentationFormat>
  <Paragraphs>947</Paragraphs>
  <Slides>89</Slides>
  <Notes>55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89</vt:i4>
      </vt:variant>
    </vt:vector>
  </HeadingPairs>
  <TitlesOfParts>
    <vt:vector size="9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Apresentação do PowerPoint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2033</cp:revision>
  <dcterms:created xsi:type="dcterms:W3CDTF">2020-01-20T13:50:05Z</dcterms:created>
  <dcterms:modified xsi:type="dcterms:W3CDTF">2026-05-14T15:16:18Z</dcterms:modified>
</cp:coreProperties>
</file>