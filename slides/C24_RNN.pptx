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45" r:id="rId21"/>
    <p:sldId id="346" r:id="rId22"/>
    <p:sldId id="347" r:id="rId23"/>
    <p:sldId id="349" r:id="rId24"/>
    <p:sldId id="351" r:id="rId25"/>
    <p:sldId id="352" r:id="rId26"/>
    <p:sldId id="337" r:id="rId27"/>
    <p:sldId id="322" r:id="rId28"/>
    <p:sldId id="321" r:id="rId29"/>
    <p:sldId id="324" r:id="rId30"/>
    <p:sldId id="323" r:id="rId31"/>
    <p:sldId id="293" r:id="rId32"/>
    <p:sldId id="306" r:id="rId33"/>
    <p:sldId id="335" r:id="rId34"/>
    <p:sldId id="330" r:id="rId35"/>
    <p:sldId id="340" r:id="rId36"/>
    <p:sldId id="348" r:id="rId37"/>
    <p:sldId id="350" r:id="rId38"/>
    <p:sldId id="353" r:id="rId39"/>
    <p:sldId id="354" r:id="rId4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3051" autoAdjust="0"/>
  </p:normalViewPr>
  <p:slideViewPr>
    <p:cSldViewPr snapToGrid="0">
      <p:cViewPr>
        <p:scale>
          <a:sx n="75" d="100"/>
          <a:sy n="75" d="100"/>
        </p:scale>
        <p:origin x="2178" y="43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6.png"/><Relationship Id="rId21" Type="http://schemas.openxmlformats.org/officeDocument/2006/relationships/image" Target="../media/image53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5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4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600" dirty="0"/>
          </a:p>
          <a:p>
            <a:pPr marL="0" indent="0" algn="ctr">
              <a:buNone/>
            </a:pPr>
            <a:r>
              <a:rPr lang="pt-BR" b="1" dirty="0" err="1">
                <a:solidFill>
                  <a:schemeClr val="accent2"/>
                </a:solidFill>
              </a:rPr>
              <a:t>RNNs</a:t>
            </a:r>
            <a:r>
              <a:rPr lang="pt-BR" b="1" dirty="0">
                <a:solidFill>
                  <a:schemeClr val="accent2"/>
                </a:solidFill>
              </a:rPr>
              <a:t> simples não aprendem dependências longas</a:t>
            </a:r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1773" y="1825624"/>
            <a:ext cx="7360227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&amp;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camadas, que interagem entre si de uma maneira especial.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3869377" y="2438400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4903519" y="3679370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4365685" y="3752850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5815200" y="2109107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6723148" y="2013858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3555050" y="2672442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C9F794B-CFB1-1BB2-342D-143A1BF74B0A}"/>
                  </a:ext>
                </a:extLst>
              </p:cNvPr>
              <p:cNvSpPr/>
              <p:nvPr/>
            </p:nvSpPr>
            <p:spPr>
              <a:xfrm>
                <a:off x="4295735" y="4678597"/>
                <a:ext cx="432000" cy="432000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C9F794B-CFB1-1BB2-342D-143A1BF74B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735" y="4678597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3AB69E9-4912-F1A4-2E97-BE90E480D0F8}"/>
                  </a:ext>
                </a:extLst>
              </p:cNvPr>
              <p:cNvSpPr/>
              <p:nvPr/>
            </p:nvSpPr>
            <p:spPr>
              <a:xfrm>
                <a:off x="7434185" y="1772176"/>
                <a:ext cx="432000" cy="432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3AB69E9-4912-F1A4-2E97-BE90E480D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185" y="1772176"/>
                <a:ext cx="432000" cy="432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stCxn id="41" idx="0"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  <a:endCxn id="44" idx="4"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6325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6325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BCDEE74E-A3A9-7A71-C9CC-5B26A604B389}"/>
              </a:ext>
            </a:extLst>
          </p:cNvPr>
          <p:cNvSpPr/>
          <p:nvPr/>
        </p:nvSpPr>
        <p:spPr>
          <a:xfrm>
            <a:off x="486412" y="4678597"/>
            <a:ext cx="432000" cy="43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190127" y="4776729"/>
                <a:ext cx="102457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−1]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127" y="4776729"/>
                <a:ext cx="1024570" cy="261610"/>
              </a:xfrm>
              <a:prstGeom prst="rect">
                <a:avLst/>
              </a:prstGeom>
              <a:blipFill>
                <a:blip r:embed="rId8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70706A45-7B2F-ABA5-CB52-2E8903DD0ED9}"/>
              </a:ext>
            </a:extLst>
          </p:cNvPr>
          <p:cNvSpPr/>
          <p:nvPr/>
        </p:nvSpPr>
        <p:spPr>
          <a:xfrm>
            <a:off x="8060770" y="4678597"/>
            <a:ext cx="432000" cy="43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CD6C7B57-51FE-CBCC-F748-ABA19E9899AB}"/>
                  </a:ext>
                </a:extLst>
              </p:cNvPr>
              <p:cNvSpPr txBox="1"/>
              <p:nvPr/>
            </p:nvSpPr>
            <p:spPr>
              <a:xfrm>
                <a:off x="7764485" y="4763792"/>
                <a:ext cx="102457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+1]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CD6C7B57-51FE-CBCC-F748-ABA19E98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4485" y="4763792"/>
                <a:ext cx="1024570" cy="261610"/>
              </a:xfrm>
              <a:prstGeom prst="rect">
                <a:avLst/>
              </a:prstGeom>
              <a:blipFill>
                <a:blip r:embed="rId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FD02C6B7-F4EA-B8A3-BE37-599EFE03C112}"/>
              </a:ext>
            </a:extLst>
          </p:cNvPr>
          <p:cNvSpPr/>
          <p:nvPr/>
        </p:nvSpPr>
        <p:spPr>
          <a:xfrm>
            <a:off x="3482642" y="1772176"/>
            <a:ext cx="432000" cy="43200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68328405-6201-72C5-BFEE-027EEEDE3184}"/>
                  </a:ext>
                </a:extLst>
              </p:cNvPr>
              <p:cNvSpPr txBox="1"/>
              <p:nvPr/>
            </p:nvSpPr>
            <p:spPr>
              <a:xfrm>
                <a:off x="3215649" y="1865267"/>
                <a:ext cx="10094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−1]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68328405-6201-72C5-BFEE-027EEEDE3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49" y="1865267"/>
                <a:ext cx="1009482" cy="261610"/>
              </a:xfrm>
              <a:prstGeom prst="rect">
                <a:avLst/>
              </a:prstGeom>
              <a:blipFill>
                <a:blip r:embed="rId1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Oval 118">
            <a:extLst>
              <a:ext uri="{FF2B5EF4-FFF2-40B4-BE49-F238E27FC236}">
                <a16:creationId xmlns:a16="http://schemas.microsoft.com/office/drawing/2014/main" id="{3F757B78-CA4C-764C-84A7-66B6A5BC6064}"/>
              </a:ext>
            </a:extLst>
          </p:cNvPr>
          <p:cNvSpPr/>
          <p:nvPr/>
        </p:nvSpPr>
        <p:spPr>
          <a:xfrm>
            <a:off x="11175945" y="1780072"/>
            <a:ext cx="432000" cy="43200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087BD80-376A-9A53-92FA-503823D7568B}"/>
                  </a:ext>
                </a:extLst>
              </p:cNvPr>
              <p:cNvSpPr txBox="1"/>
              <p:nvPr/>
            </p:nvSpPr>
            <p:spPr>
              <a:xfrm>
                <a:off x="10880987" y="1884865"/>
                <a:ext cx="10094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100" b="0" i="1" smtClean="0">
                          <a:latin typeface="Cambria Math" panose="02040503050406030204" pitchFamily="18" charset="0"/>
                        </a:rPr>
                        <m:t>+1]</m:t>
                      </m:r>
                    </m:oMath>
                  </m:oMathPara>
                </a14:m>
                <a:endParaRPr lang="en-US" sz="1100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087BD80-376A-9A53-92FA-503823D75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0987" y="1884865"/>
                <a:ext cx="1009482" cy="261610"/>
              </a:xfrm>
              <a:prstGeom prst="rect">
                <a:avLst/>
              </a:prstGeom>
              <a:blipFill>
                <a:blip r:embed="rId11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8489</TotalTime>
  <Words>1953</Words>
  <Application>Microsoft Office PowerPoint</Application>
  <PresentationFormat>Widescreen</PresentationFormat>
  <Paragraphs>333</Paragraphs>
  <Slides>39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</vt:lpstr>
      <vt:lpstr>PowerPoint Presentation</vt:lpstr>
      <vt:lpstr>PowerPoint Presentation</vt:lpstr>
      <vt:lpstr>Motivação para LSTM</vt:lpstr>
      <vt:lpstr>PowerPoint Presentation</vt:lpstr>
      <vt:lpstr>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1777</cp:revision>
  <dcterms:created xsi:type="dcterms:W3CDTF">2020-01-20T13:50:05Z</dcterms:created>
  <dcterms:modified xsi:type="dcterms:W3CDTF">2026-03-25T18:59:21Z</dcterms:modified>
</cp:coreProperties>
</file>