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6"/>
  </p:notesMasterIdLst>
  <p:handoutMasterIdLst>
    <p:handoutMasterId r:id="rId97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34" r:id="rId38"/>
    <p:sldId id="639" r:id="rId39"/>
    <p:sldId id="361" r:id="rId40"/>
    <p:sldId id="623" r:id="rId41"/>
    <p:sldId id="346" r:id="rId42"/>
    <p:sldId id="347" r:id="rId43"/>
    <p:sldId id="349" r:id="rId44"/>
    <p:sldId id="351" r:id="rId45"/>
    <p:sldId id="641" r:id="rId46"/>
    <p:sldId id="352" r:id="rId47"/>
    <p:sldId id="355" r:id="rId48"/>
    <p:sldId id="372" r:id="rId49"/>
    <p:sldId id="616" r:id="rId50"/>
    <p:sldId id="374" r:id="rId51"/>
    <p:sldId id="376" r:id="rId52"/>
    <p:sldId id="614" r:id="rId53"/>
    <p:sldId id="356" r:id="rId54"/>
    <p:sldId id="358" r:id="rId55"/>
    <p:sldId id="362" r:id="rId56"/>
    <p:sldId id="591" r:id="rId57"/>
    <p:sldId id="365" r:id="rId58"/>
    <p:sldId id="366" r:id="rId59"/>
    <p:sldId id="367" r:id="rId60"/>
    <p:sldId id="642" r:id="rId61"/>
    <p:sldId id="368" r:id="rId62"/>
    <p:sldId id="371" r:id="rId63"/>
    <p:sldId id="603" r:id="rId64"/>
    <p:sldId id="381" r:id="rId65"/>
    <p:sldId id="377" r:id="rId66"/>
    <p:sldId id="594" r:id="rId67"/>
    <p:sldId id="595" r:id="rId68"/>
    <p:sldId id="596" r:id="rId69"/>
    <p:sldId id="597" r:id="rId70"/>
    <p:sldId id="598" r:id="rId71"/>
    <p:sldId id="599" r:id="rId72"/>
    <p:sldId id="624" r:id="rId73"/>
    <p:sldId id="600" r:id="rId74"/>
    <p:sldId id="588" r:id="rId75"/>
    <p:sldId id="589" r:id="rId76"/>
    <p:sldId id="293" r:id="rId77"/>
    <p:sldId id="306" r:id="rId78"/>
    <p:sldId id="335" r:id="rId79"/>
    <p:sldId id="590" r:id="rId80"/>
    <p:sldId id="608" r:id="rId81"/>
    <p:sldId id="330" r:id="rId82"/>
    <p:sldId id="340" r:id="rId83"/>
    <p:sldId id="348" r:id="rId84"/>
    <p:sldId id="350" r:id="rId85"/>
    <p:sldId id="353" r:id="rId86"/>
    <p:sldId id="354" r:id="rId87"/>
    <p:sldId id="373" r:id="rId88"/>
    <p:sldId id="357" r:id="rId89"/>
    <p:sldId id="359" r:id="rId90"/>
    <p:sldId id="592" r:id="rId91"/>
    <p:sldId id="363" r:id="rId92"/>
    <p:sldId id="364" r:id="rId93"/>
    <p:sldId id="369" r:id="rId94"/>
    <p:sldId id="370" r:id="rId9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eep-learning/deep-learning-introduction-to-long-short-term-memory/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30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DDD793-0B6E-16ED-AC33-5C736C8A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D6BE79-3609-4443-9AC6-F8DA9FC4B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107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07813F-29AC-CA2B-5D4C-CBF0DFE0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LSTMs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061630-90D1-B2B3-6AFE-E7A4E63D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/>
          </a:bodyPr>
          <a:lstStyle/>
          <a:p>
            <a:r>
              <a:rPr lang="en-US" sz="32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 Short-Term Memory Networks (LSTMs)</a:t>
            </a:r>
            <a:r>
              <a:rPr lang="en-US" sz="3200" dirty="0">
                <a:solidFill>
                  <a:srgbClr val="FF0000"/>
                </a:solidFill>
              </a:rPr>
              <a:t> introduce a memory mechanism to overcome the vanishing gradient problem.</a:t>
            </a:r>
          </a:p>
          <a:p>
            <a:pPr fontAlgn="base"/>
            <a:r>
              <a:rPr lang="en-US" sz="3200" dirty="0">
                <a:solidFill>
                  <a:srgbClr val="FF0000"/>
                </a:solidFill>
              </a:rPr>
              <a:t>Each LSTM cell has three gates: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Input Gate</a:t>
            </a:r>
            <a:r>
              <a:rPr lang="en-US" sz="3200" dirty="0">
                <a:solidFill>
                  <a:srgbClr val="FF0000"/>
                </a:solidFill>
              </a:rPr>
              <a:t>: Controls how much new information should be added to the cell state.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Forget Gate</a:t>
            </a:r>
            <a:r>
              <a:rPr lang="en-US" sz="3200" dirty="0">
                <a:solidFill>
                  <a:srgbClr val="FF0000"/>
                </a:solidFill>
              </a:rPr>
              <a:t>: Decides what past information should be discarded.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Output Gate</a:t>
            </a:r>
            <a:r>
              <a:rPr lang="en-US" sz="3200" dirty="0">
                <a:solidFill>
                  <a:srgbClr val="FF0000"/>
                </a:solidFill>
              </a:rPr>
              <a:t>: Regulates what information should be output at the current step. This selective memory enables LSTMs to handle long-term dependencies, making them ideal for tasks where earlier context is critical.</a:t>
            </a:r>
          </a:p>
          <a:p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510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10753</TotalTime>
  <Words>6845</Words>
  <Application>Microsoft Office PowerPoint</Application>
  <PresentationFormat>Widescreen</PresentationFormat>
  <Paragraphs>978</Paragraphs>
  <Slides>94</Slides>
  <Notes>55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94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Apresentação do PowerPoint</vt:lpstr>
      <vt:lpstr>Apresentação do PowerPoint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LSTMs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2061</cp:revision>
  <dcterms:created xsi:type="dcterms:W3CDTF">2020-01-20T13:50:05Z</dcterms:created>
  <dcterms:modified xsi:type="dcterms:W3CDTF">2026-05-15T18:56:37Z</dcterms:modified>
</cp:coreProperties>
</file>