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307" r:id="rId3"/>
    <p:sldId id="308" r:id="rId4"/>
    <p:sldId id="309" r:id="rId5"/>
    <p:sldId id="310" r:id="rId6"/>
    <p:sldId id="311" r:id="rId7"/>
    <p:sldId id="312" r:id="rId8"/>
    <p:sldId id="313" r:id="rId9"/>
    <p:sldId id="293" r:id="rId10"/>
    <p:sldId id="314" r:id="rId11"/>
    <p:sldId id="306" r:id="rId1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6/01/2026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 smtClean="0"/>
              <a:t>Felipe A. P. de Figueiredo</a:t>
            </a:r>
            <a:endParaRPr lang="pt-BR" sz="2000" dirty="0"/>
          </a:p>
          <a:p>
            <a:r>
              <a:rPr lang="pt-BR" dirty="0">
                <a:hlinkClick r:id="rId3"/>
              </a:rPr>
              <a:t>f</a:t>
            </a:r>
            <a:r>
              <a:rPr lang="pt-BR" dirty="0" smtClean="0">
                <a:hlinkClick r:id="rId3"/>
              </a:rPr>
              <a:t>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 smtClean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 smtClean="0"/>
              <a:t>Paradigmas de aprendizado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Fundamentação teórica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Arquitetura e funcionamento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Treinamento e otimização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22F88A5-87D1-340F-853F-8C2ED8F8C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Exemplo(s) de aplicação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Comparação com outros 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CA32550-8C76-B013-2EC7-989D8C3B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F043237-7757-7557-B63E-D4EB5152D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2649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7883</TotalTime>
  <Words>39</Words>
  <Application>Microsoft Office PowerPoint</Application>
  <PresentationFormat>Widescreen</PresentationFormat>
  <Paragraphs>14</Paragraphs>
  <Slides>11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Tema do Office</vt:lpstr>
      <vt:lpstr>C24 – Inteligência Artificial: Paradigmas de aprendizado</vt:lpstr>
      <vt:lpstr>Introdução</vt:lpstr>
      <vt:lpstr>Fundamentação teórica</vt:lpstr>
      <vt:lpstr>Arquitetura e funcionamento</vt:lpstr>
      <vt:lpstr>Treinamento e otimização</vt:lpstr>
      <vt:lpstr>Vantagens e desvantagens</vt:lpstr>
      <vt:lpstr>Exemplo(s) de aplicação</vt:lpstr>
      <vt:lpstr>Comparação com outros algoritmos</vt:lpstr>
      <vt:lpstr>Apresentação do PowerPoint</vt:lpstr>
      <vt:lpstr>Referências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1728</cp:revision>
  <dcterms:created xsi:type="dcterms:W3CDTF">2020-01-20T13:50:05Z</dcterms:created>
  <dcterms:modified xsi:type="dcterms:W3CDTF">2026-01-07T01:18:17Z</dcterms:modified>
</cp:coreProperties>
</file>