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57" r:id="rId14"/>
    <p:sldId id="344" r:id="rId15"/>
    <p:sldId id="360" r:id="rId16"/>
    <p:sldId id="345" r:id="rId17"/>
    <p:sldId id="362" r:id="rId18"/>
    <p:sldId id="363" r:id="rId19"/>
    <p:sldId id="364" r:id="rId20"/>
    <p:sldId id="365" r:id="rId21"/>
    <p:sldId id="356" r:id="rId22"/>
    <p:sldId id="352" r:id="rId23"/>
    <p:sldId id="293" r:id="rId24"/>
    <p:sldId id="306" r:id="rId2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19/02/2026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xmlns="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xmlns="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xmlns="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xmlns="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B5C9F62-7684-5A29-B15B-4CEB81264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8C9293E-FE0D-E03B-8391-5AFFEBCBC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8000" b="1" dirty="0">
                <a:solidFill>
                  <a:srgbClr val="FF0000"/>
                </a:solidFill>
              </a:rPr>
              <a:t>PAREI AQUI!!!!!!</a:t>
            </a:r>
            <a:endParaRPr lang="en-US" sz="8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53933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xmlns="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xmlns="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xmlns="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xmlns="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xmlns="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xmlns="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xmlns="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xmlns="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No caso da </a:t>
                </a:r>
                <a:r>
                  <a:rPr lang="pt-BR" b="1" dirty="0"/>
                  <a:t>classificação binária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0,</m:t>
                                    </m:r>
                                  </m:e>
                                  <m:e>
                                    <m: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0" i="1" dirty="0" smtClean="0"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</m:e>
                                  <m:e>
                                    <m: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b="0" i="0" dirty="0" smtClean="0">
                                        <a:latin typeface="Cambria Math" panose="02040503050406030204" pitchFamily="18" charset="0"/>
                                      </a:rPr>
                                      <m:t>Indetermina</m:t>
                                    </m:r>
                                    <m:r>
                                      <a:rPr lang="pt-BR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maior número de exemplos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a mais frequente.</a:t>
                </a:r>
                <a:r>
                  <a:rPr lang="pt-BR" sz="2400" dirty="0"/>
                  <a:t> 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 rotWithShape="0">
                <a:blip r:embed="rId3"/>
                <a:stretch>
                  <a:fillRect l="-1271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xmlns="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390548" y="2592216"/>
            <a:ext cx="2841780" cy="326370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tângulo 3"/>
              <p:cNvSpPr/>
              <p:nvPr/>
            </p:nvSpPr>
            <p:spPr>
              <a:xfrm>
                <a:off x="11121143" y="3078080"/>
                <a:ext cx="279275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/>
                        <m:t>Amostra</m:t>
                      </m:r>
                      <m:r>
                        <m:rPr>
                          <m:nor/>
                        </m:rPr>
                        <a:rPr lang="pt-BR"/>
                        <m:t> </m:t>
                      </m:r>
                      <m:r>
                        <m:rPr>
                          <m:nor/>
                        </m:rPr>
                        <a:rPr lang="pt-BR"/>
                        <m:t>acima</m:t>
                      </m:r>
                      <m:r>
                        <m:rPr>
                          <m:nor/>
                        </m:rPr>
                        <a:rPr lang="pt-BR" dirty="0"/>
                        <m:t> </m:t>
                      </m:r>
                      <m:r>
                        <m:rPr>
                          <m:nor/>
                        </m:rPr>
                        <a:rPr lang="pt-BR" dirty="0"/>
                        <m:t>da</m:t>
                      </m:r>
                      <m:r>
                        <m:rPr>
                          <m:nor/>
                        </m:rPr>
                        <a:rPr lang="pt-BR" dirty="0"/>
                        <m:t> </m:t>
                      </m:r>
                      <m:r>
                        <m:rPr>
                          <m:nor/>
                        </m:rPr>
                        <a:rPr lang="pt-BR" dirty="0"/>
                        <m:t>fun</m:t>
                      </m:r>
                      <m:r>
                        <m:rPr>
                          <m:nor/>
                        </m:rPr>
                        <a:rPr lang="pt-BR" dirty="0"/>
                        <m:t>çã</m:t>
                      </m:r>
                      <m:r>
                        <m:rPr>
                          <m:nor/>
                        </m:rPr>
                        <a:rPr lang="pt-BR" dirty="0"/>
                        <m:t>o</m:t>
                      </m:r>
                      <m:r>
                        <m:rPr>
                          <m:nor/>
                        </m:rPr>
                        <a:rPr lang="pt-BR" dirty="0"/>
                        <m:t>)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21143" y="3078080"/>
                <a:ext cx="2792751" cy="369332"/>
              </a:xfrm>
              <a:prstGeom prst="rect">
                <a:avLst/>
              </a:prstGeom>
              <a:blipFill rotWithShape="0"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tângulo 4"/>
              <p:cNvSpPr/>
              <p:nvPr/>
            </p:nvSpPr>
            <p:spPr>
              <a:xfrm>
                <a:off x="11626114" y="3447412"/>
                <a:ext cx="285366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dirty="0"/>
                        <m:t>Amostra</m:t>
                      </m:r>
                      <m:r>
                        <m:rPr>
                          <m:nor/>
                        </m:rPr>
                        <a:rPr lang="pt-BR" dirty="0"/>
                        <m:t> </m:t>
                      </m:r>
                      <m:r>
                        <m:rPr>
                          <m:nor/>
                        </m:rPr>
                        <a:rPr lang="pt-BR" dirty="0"/>
                        <m:t>abaixo</m:t>
                      </m:r>
                      <m:r>
                        <m:rPr>
                          <m:nor/>
                        </m:rPr>
                        <a:rPr lang="pt-BR" dirty="0"/>
                        <m:t> </m:t>
                      </m:r>
                      <m:r>
                        <m:rPr>
                          <m:nor/>
                        </m:rPr>
                        <a:rPr lang="pt-BR" dirty="0"/>
                        <m:t>da</m:t>
                      </m:r>
                      <m:r>
                        <m:rPr>
                          <m:nor/>
                        </m:rPr>
                        <a:rPr lang="pt-BR" dirty="0"/>
                        <m:t> </m:t>
                      </m:r>
                      <m:r>
                        <m:rPr>
                          <m:nor/>
                        </m:rPr>
                        <a:rPr lang="pt-BR" dirty="0"/>
                        <m:t>fun</m:t>
                      </m:r>
                      <m:r>
                        <m:rPr>
                          <m:nor/>
                        </m:rPr>
                        <a:rPr lang="pt-BR" dirty="0"/>
                        <m:t>çã</m:t>
                      </m:r>
                      <m:r>
                        <m:rPr>
                          <m:nor/>
                        </m:rPr>
                        <a:rPr lang="pt-BR" dirty="0"/>
                        <m:t>o</m:t>
                      </m:r>
                      <m:r>
                        <m:rPr>
                          <m:nor/>
                        </m:rPr>
                        <a:rPr lang="pt-BR" dirty="0"/>
                        <m:t>)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6114" y="3447412"/>
                <a:ext cx="2853666" cy="369332"/>
              </a:xfrm>
              <a:prstGeom prst="rect">
                <a:avLst/>
              </a:prstGeom>
              <a:blipFill rotWithShape="0"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tângulo 5"/>
              <p:cNvSpPr/>
              <p:nvPr/>
            </p:nvSpPr>
            <p:spPr>
              <a:xfrm>
                <a:off x="12517518" y="4265048"/>
                <a:ext cx="269657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/>
                        <m:t>A</m:t>
                      </m:r>
                      <m:r>
                        <m:rPr>
                          <m:nor/>
                        </m:rPr>
                        <a:rPr lang="pt-BR" dirty="0"/>
                        <m:t>mostra</m:t>
                      </m:r>
                      <m:r>
                        <m:rPr>
                          <m:nor/>
                        </m:rPr>
                        <a:rPr lang="pt-BR" dirty="0"/>
                        <m:t> </m:t>
                      </m:r>
                      <m:r>
                        <m:rPr>
                          <m:nor/>
                        </m:rPr>
                        <a:rPr lang="pt-BR" dirty="0"/>
                        <m:t>sobre</m:t>
                      </m:r>
                      <m:r>
                        <m:rPr>
                          <m:nor/>
                        </m:rPr>
                        <a:rPr lang="pt-BR" dirty="0"/>
                        <m:t> </m:t>
                      </m:r>
                      <m:r>
                        <m:rPr>
                          <m:nor/>
                        </m:rPr>
                        <a:rPr lang="pt-BR" dirty="0"/>
                        <m:t>a</m:t>
                      </m:r>
                      <m:r>
                        <m:rPr>
                          <m:nor/>
                        </m:rPr>
                        <a:rPr lang="pt-BR" dirty="0"/>
                        <m:t> </m:t>
                      </m:r>
                      <m:r>
                        <m:rPr>
                          <m:nor/>
                        </m:rPr>
                        <a:rPr lang="pt-BR" dirty="0"/>
                        <m:t>fun</m:t>
                      </m:r>
                      <m:r>
                        <m:rPr>
                          <m:nor/>
                        </m:rPr>
                        <a:rPr lang="pt-BR" dirty="0"/>
                        <m:t>çã</m:t>
                      </m:r>
                      <m:r>
                        <m:rPr>
                          <m:nor/>
                        </m:rPr>
                        <a:rPr lang="pt-BR" dirty="0"/>
                        <m:t>o</m:t>
                      </m:r>
                      <m:r>
                        <m:rPr>
                          <m:nor/>
                        </m:rPr>
                        <a:rPr lang="pt-BR" dirty="0"/>
                        <m:t>)</m:t>
                      </m:r>
                      <m:r>
                        <m:rPr>
                          <m:nor/>
                        </m:rPr>
                        <a:rPr lang="pt-BR" dirty="0"/>
                        <m:t> 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17518" y="4265048"/>
                <a:ext cx="2696571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490" y="1794459"/>
            <a:ext cx="1107077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regressão, usando o gradiente descendente e validação cruzada,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A7FDC7F-B899-B1A6-F69A-351822C6E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5A0C298-3D62-58C4-3B44-8F0C5C3E0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Quem</a:t>
            </a:r>
            <a:r>
              <a:rPr lang="en-US" dirty="0" smtClean="0"/>
              <a:t> </a:t>
            </a:r>
            <a:r>
              <a:rPr lang="en-US" dirty="0" err="1" smtClean="0"/>
              <a:t>mapeia</a:t>
            </a:r>
            <a:r>
              <a:rPr lang="en-US" dirty="0" smtClean="0"/>
              <a:t> </a:t>
            </a:r>
            <a:r>
              <a:rPr lang="en-US" dirty="0" err="1" smtClean="0"/>
              <a:t>os</a:t>
            </a:r>
            <a:r>
              <a:rPr lang="en-US" dirty="0" smtClean="0"/>
              <a:t> </a:t>
            </a:r>
            <a:r>
              <a:rPr lang="en-US" dirty="0" err="1" smtClean="0"/>
              <a:t>valores</a:t>
            </a:r>
            <a:r>
              <a:rPr lang="en-US" dirty="0" smtClean="0"/>
              <a:t> das </a:t>
            </a:r>
            <a:r>
              <a:rPr lang="en-US" dirty="0" err="1" smtClean="0"/>
              <a:t>funções</a:t>
            </a:r>
            <a:r>
              <a:rPr lang="en-US" dirty="0" smtClean="0"/>
              <a:t> discriminates </a:t>
            </a:r>
            <a:r>
              <a:rPr lang="en-US" dirty="0" err="1" smtClean="0"/>
              <a:t>em</a:t>
            </a:r>
            <a:r>
              <a:rPr lang="en-US" dirty="0" smtClean="0"/>
              <a:t> </a:t>
            </a:r>
            <a:r>
              <a:rPr lang="en-US" dirty="0" err="1" smtClean="0"/>
              <a:t>valores</a:t>
            </a:r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xmlns="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561" y="1690688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64646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8216</TotalTime>
  <Words>1115</Words>
  <Application>Microsoft Office PowerPoint</Application>
  <PresentationFormat>Widescreen</PresentationFormat>
  <Paragraphs>202</Paragraphs>
  <Slides>24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Classificação binária</vt:lpstr>
      <vt:lpstr>Classificação multiclasse</vt:lpstr>
      <vt:lpstr>Classificação multilabel</vt:lpstr>
      <vt:lpstr>Apresentação do PowerPoint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Apresentação do PowerPoint</vt:lpstr>
      <vt:lpstr>Apresentação do PowerPoint</vt:lpstr>
      <vt:lpstr>Apresentação do PowerPoint</vt:lpstr>
      <vt:lpstr>Matriz de confusão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1774</cp:revision>
  <dcterms:created xsi:type="dcterms:W3CDTF">2020-01-20T13:50:05Z</dcterms:created>
  <dcterms:modified xsi:type="dcterms:W3CDTF">2026-02-20T02:02:21Z</dcterms:modified>
</cp:coreProperties>
</file>