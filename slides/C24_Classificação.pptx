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handoutMasterIdLst>
    <p:handoutMasterId r:id="rId60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48" r:id="rId28"/>
    <p:sldId id="449" r:id="rId29"/>
    <p:sldId id="450" r:id="rId30"/>
    <p:sldId id="451" r:id="rId31"/>
    <p:sldId id="357" r:id="rId32"/>
    <p:sldId id="434" r:id="rId33"/>
    <p:sldId id="452" r:id="rId34"/>
    <p:sldId id="408" r:id="rId35"/>
    <p:sldId id="409" r:id="rId36"/>
    <p:sldId id="407" r:id="rId37"/>
    <p:sldId id="370" r:id="rId38"/>
    <p:sldId id="424" r:id="rId39"/>
    <p:sldId id="425" r:id="rId40"/>
    <p:sldId id="372" r:id="rId41"/>
    <p:sldId id="410" r:id="rId42"/>
    <p:sldId id="412" r:id="rId43"/>
    <p:sldId id="414" r:id="rId44"/>
    <p:sldId id="417" r:id="rId45"/>
    <p:sldId id="413" r:id="rId46"/>
    <p:sldId id="418" r:id="rId47"/>
    <p:sldId id="396" r:id="rId48"/>
    <p:sldId id="394" r:id="rId49"/>
    <p:sldId id="366" r:id="rId50"/>
    <p:sldId id="352" r:id="rId51"/>
    <p:sldId id="293" r:id="rId52"/>
    <p:sldId id="306" r:id="rId53"/>
    <p:sldId id="419" r:id="rId54"/>
    <p:sldId id="438" r:id="rId55"/>
    <p:sldId id="439" r:id="rId56"/>
    <p:sldId id="377" r:id="rId57"/>
    <p:sldId id="378" r:id="rId5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45036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Se y=1y=1y=1 → sobra −log⁡(y^)-\log(\</a:t>
            </a:r>
            <a:r>
              <a:rPr lang="es-ES" dirty="0" err="1" smtClean="0"/>
              <a:t>hat</a:t>
            </a:r>
            <a:r>
              <a:rPr lang="es-ES" dirty="0" smtClean="0"/>
              <a:t>{y})−log(y^​)</a:t>
            </a:r>
          </a:p>
          <a:p>
            <a:r>
              <a:rPr lang="es-ES" dirty="0" smtClean="0"/>
              <a:t>Se y=0y=0y=0 → sobra −log⁡(1−y^)-\log(1-\</a:t>
            </a:r>
            <a:r>
              <a:rPr lang="es-ES" dirty="0" err="1" smtClean="0"/>
              <a:t>hat</a:t>
            </a:r>
            <a:r>
              <a:rPr lang="es-ES" dirty="0" smtClean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71413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=""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=""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=""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=""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=""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=""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=""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=""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=""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=""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=""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=""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=""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=""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=""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Qual função podemos usar?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Quanto mais </a:t>
                </a:r>
                <a:r>
                  <a:rPr lang="pt-BR" dirty="0"/>
                  <a:t>distante a amostra estiver da </a:t>
                </a:r>
                <a:r>
                  <a:rPr lang="pt-BR" dirty="0" smtClean="0"/>
                  <a:t>fronteira, m</a:t>
                </a:r>
                <a:r>
                  <a:rPr lang="pt-BR" dirty="0" smtClean="0"/>
                  <a:t>aior é a probabilidade dela pertencer à classe daquela região.</a:t>
                </a:r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=""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=""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</a:t>
                </a:r>
                <a:r>
                  <a:rPr lang="pt-BR" dirty="0"/>
                  <a:t>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</a:t>
                </a:r>
                <a:r>
                  <a:rPr lang="pt-BR" dirty="0"/>
                  <a:t>no caso da regressão </a:t>
                </a:r>
                <a:r>
                  <a:rPr lang="pt-BR" dirty="0"/>
                  <a:t>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</a:t>
                </a:r>
                <a:r>
                  <a:rPr lang="pt-BR" dirty="0"/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Assim, o </a:t>
                </a:r>
                <a:r>
                  <a:rPr lang="pt-BR" dirty="0"/>
                  <a:t>modelo aprende a aproximar a distribuição real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4784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e>
                      </m:nary>
                    </m:oMath>
                  </m:oMathPara>
                </a14:m>
                <a:endParaRPr lang="pt-BR" sz="2600" b="1" i="1" dirty="0" smtClean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37311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 fontScale="92500" lnSpcReduction="20000"/>
          </a:bodyPr>
          <a:lstStyle/>
          <a:p>
            <a:r>
              <a:rPr lang="pt-BR" sz="3000" dirty="0"/>
              <a:t>Uma má 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/>
              <a:t>Ou seja, não há um equivalente da </a:t>
            </a:r>
            <a:r>
              <a:rPr lang="pt-BR" sz="3000" b="1" i="1" dirty="0"/>
              <a:t>equação normal</a:t>
            </a:r>
            <a:r>
              <a:rPr lang="pt-BR" sz="3000" dirty="0"/>
              <a:t>. </a:t>
            </a:r>
          </a:p>
          <a:p>
            <a:r>
              <a:rPr lang="pt-BR" sz="3000" dirty="0"/>
              <a:t>Entretanto, uma boa 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(GD)</a:t>
            </a:r>
            <a:r>
              <a:rPr lang="pt-BR" sz="3000" dirty="0"/>
              <a:t>.</a:t>
            </a:r>
          </a:p>
          <a:p>
            <a:r>
              <a:rPr lang="pt-BR" sz="3000" dirty="0"/>
              <a:t>Assim, podemos implementar todas as versões do </a:t>
            </a:r>
            <a:r>
              <a:rPr lang="pt-BR" sz="3000" b="1" i="1" dirty="0">
                <a:solidFill>
                  <a:srgbClr val="7030A0"/>
                </a:solidFill>
              </a:rPr>
              <a:t>GD</a:t>
            </a:r>
            <a:r>
              <a:rPr lang="pt-BR" sz="30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=""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=""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=""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=""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=""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=""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=""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=""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=""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=""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=""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=""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=""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=""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=""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=""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=""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=""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=""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=""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=""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=""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=""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=""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=""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=""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=""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=""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=""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=""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=""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=""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=""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=""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=""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=""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=""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=""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=""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=""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=""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=""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=""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=""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=""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=""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=""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=""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=""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=""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=""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=""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=""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=""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=""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=""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=""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=""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=""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=""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=""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=""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=""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=""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=""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=""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=""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=""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=""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=""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=""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=""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=""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=""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=""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=""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=""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=""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=""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=""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=""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=""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=""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=""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=""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=""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=""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=""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=""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=""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=""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=""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=""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=""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=""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=""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=""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=""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=""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=""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=""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=""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=""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=""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=""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=""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=""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=""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=""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=""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=""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=""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=""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=""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=""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=""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=""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=""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=""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=""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=""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=""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=""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=""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=""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=""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=""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=""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=""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=""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=""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=""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=""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=""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=""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=""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=""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=""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=""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=""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=""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=""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=""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=""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=""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=""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=""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=""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=""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=""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=""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=""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=""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=""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=""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=""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=""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=""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=""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=""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=""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=""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=""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=""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=""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=""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=""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=""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=""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=""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=""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=""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=""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=""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=""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=""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=""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=""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=""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=""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=""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=""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=""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=""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=""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=""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=""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=""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=""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=""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=""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=""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=""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=""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=""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=""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=""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=""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=""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8707</TotalTime>
  <Words>3505</Words>
  <Application>Microsoft Office PowerPoint</Application>
  <PresentationFormat>Widescreen</PresentationFormat>
  <Paragraphs>505</Paragraphs>
  <Slides>57</Slides>
  <Notes>24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57</vt:i4>
      </vt:variant>
    </vt:vector>
  </HeadingPairs>
  <TitlesOfParts>
    <vt:vector size="66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Apresentação do PowerPoint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Apresentação do PowerPoint</vt:lpstr>
      <vt:lpstr>Apresentação do PowerPoint</vt:lpstr>
      <vt:lpstr>Apresentação do PowerPoint</vt:lpstr>
      <vt:lpstr>Matriz de confusão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1842</cp:revision>
  <dcterms:created xsi:type="dcterms:W3CDTF">2020-01-20T13:50:05Z</dcterms:created>
  <dcterms:modified xsi:type="dcterms:W3CDTF">2026-02-22T00:00:08Z</dcterms:modified>
</cp:coreProperties>
</file>