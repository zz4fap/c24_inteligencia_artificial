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4"/>
  </p:notesMasterIdLst>
  <p:handoutMasterIdLst>
    <p:handoutMasterId r:id="rId75"/>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564" r:id="rId24"/>
    <p:sldId id="560" r:id="rId25"/>
    <p:sldId id="561" r:id="rId26"/>
    <p:sldId id="562" r:id="rId27"/>
    <p:sldId id="531" r:id="rId28"/>
    <p:sldId id="550" r:id="rId29"/>
    <p:sldId id="551" r:id="rId30"/>
    <p:sldId id="566" r:id="rId31"/>
    <p:sldId id="554" r:id="rId32"/>
    <p:sldId id="579" r:id="rId33"/>
    <p:sldId id="567" r:id="rId34"/>
    <p:sldId id="547" r:id="rId35"/>
    <p:sldId id="391" r:id="rId36"/>
    <p:sldId id="392" r:id="rId37"/>
    <p:sldId id="568" r:id="rId38"/>
    <p:sldId id="569" r:id="rId39"/>
    <p:sldId id="578" r:id="rId40"/>
    <p:sldId id="570" r:id="rId41"/>
    <p:sldId id="573" r:id="rId42"/>
    <p:sldId id="574" r:id="rId43"/>
    <p:sldId id="572" r:id="rId44"/>
    <p:sldId id="581" r:id="rId45"/>
    <p:sldId id="584" r:id="rId46"/>
    <p:sldId id="580" r:id="rId47"/>
    <p:sldId id="423" r:id="rId48"/>
    <p:sldId id="607" r:id="rId49"/>
    <p:sldId id="404" r:id="rId50"/>
    <p:sldId id="407" r:id="rId51"/>
    <p:sldId id="588" r:id="rId52"/>
    <p:sldId id="589" r:id="rId53"/>
    <p:sldId id="586" r:id="rId54"/>
    <p:sldId id="587" r:id="rId55"/>
    <p:sldId id="585" r:id="rId56"/>
    <p:sldId id="583" r:id="rId57"/>
    <p:sldId id="592" r:id="rId58"/>
    <p:sldId id="611" r:id="rId59"/>
    <p:sldId id="557" r:id="rId60"/>
    <p:sldId id="613" r:id="rId61"/>
    <p:sldId id="601" r:id="rId62"/>
    <p:sldId id="593" r:id="rId63"/>
    <p:sldId id="594" r:id="rId64"/>
    <p:sldId id="595" r:id="rId65"/>
    <p:sldId id="596" r:id="rId66"/>
    <p:sldId id="597" r:id="rId67"/>
    <p:sldId id="598" r:id="rId68"/>
    <p:sldId id="599" r:id="rId69"/>
    <p:sldId id="600" r:id="rId70"/>
    <p:sldId id="606" r:id="rId71"/>
    <p:sldId id="405" r:id="rId72"/>
    <p:sldId id="406" r:id="rId7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93078" autoAdjust="0"/>
  </p:normalViewPr>
  <p:slideViewPr>
    <p:cSldViewPr snapToGrid="0">
      <p:cViewPr varScale="1">
        <p:scale>
          <a:sx n="103" d="100"/>
          <a:sy n="103" d="100"/>
        </p:scale>
        <p:origin x="1086" y="10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27/04/2026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27/04/2026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6.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p:txBody>
      </p:sp>
      <p:sp>
        <p:nvSpPr>
          <p:cNvPr id="4" name="Slide Number Placeholder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47</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67</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71</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72</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5.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6.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39.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1.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4.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5.emf"/><Relationship Id="rId4" Type="http://schemas.openxmlformats.org/officeDocument/2006/relationships/image" Target="../media/image820.png"/></Relationships>
</file>

<file path=ppt/slides/_rels/slide59.xml.rels><?xml version="1.0" encoding="UTF-8" standalone="yes"?>
<Relationships xmlns="http://schemas.openxmlformats.org/package/2006/relationships"><Relationship Id="rId3" Type="http://schemas.openxmlformats.org/officeDocument/2006/relationships/image" Target="../media/image84.emf"/><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5.emf"/><Relationship Id="rId4" Type="http://schemas.openxmlformats.org/officeDocument/2006/relationships/image" Target="../media/image87.png"/></Relationships>
</file>

<file path=ppt/slides/_rels/slide6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38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92.emf"/></Relationships>
</file>

<file path=ppt/slides/_rels/slide6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94.emf"/></Relationships>
</file>

<file path=ppt/slides/_rels/slide65.xml.rels><?xml version="1.0" encoding="UTF-8" standalone="yes"?>
<Relationships xmlns="http://schemas.openxmlformats.org/package/2006/relationships"><Relationship Id="rId8" Type="http://schemas.openxmlformats.org/officeDocument/2006/relationships/image" Target="../media/image94.emf"/><Relationship Id="rId3" Type="http://schemas.openxmlformats.org/officeDocument/2006/relationships/image" Target="../media/image95.png"/><Relationship Id="rId7" Type="http://schemas.openxmlformats.org/officeDocument/2006/relationships/image" Target="../media/image650.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92.emf"/><Relationship Id="rId9" Type="http://schemas.openxmlformats.org/officeDocument/2006/relationships/image" Target="../media/image67.png"/></Relationships>
</file>

<file path=ppt/slides/_rels/slide66.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97.png"/><Relationship Id="rId4" Type="http://schemas.openxmlformats.org/officeDocument/2006/relationships/image" Target="../media/image96.png"/></Relationships>
</file>

<file path=ppt/slides/_rels/slide6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766327"/>
            <a:ext cx="4776309" cy="3970318"/>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a:t>ChatGPT</a:t>
            </a:r>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relembrar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a:t>
            </a:r>
            <a:r>
              <a:rPr lang="pt-BR" b="1" dirty="0">
                <a:solidFill>
                  <a:schemeClr val="accent2"/>
                </a:solidFill>
              </a:rPr>
              <a:t>limiar</a:t>
            </a:r>
            <a:r>
              <a:rPr lang="pt-BR" dirty="0"/>
              <a:t> de ativação </a:t>
            </a:r>
            <a:r>
              <a:rPr lang="pt-BR" b="1" dirty="0">
                <a:solidFill>
                  <a:schemeClr val="accent2"/>
                </a:solidFill>
              </a:rPr>
              <a:t>seja ultrapassado</a:t>
            </a:r>
            <a:r>
              <a:rPr lang="pt-BR" dirty="0"/>
              <a:t>.</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em quase todos os pontos.</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p>
          <a:p>
            <a:r>
              <a:rPr lang="pt-BR" dirty="0"/>
              <a:t>Ou seja, em problemas </a:t>
            </a:r>
            <a:r>
              <a:rPr lang="pt-BR" b="1" dirty="0">
                <a:solidFill>
                  <a:srgbClr val="7030A0"/>
                </a:solidFill>
              </a:rPr>
              <a:t>supervisionados</a:t>
            </a:r>
            <a:r>
              <a:rPr lang="pt-BR" dirty="0"/>
              <a:t>, o objetivo é </a:t>
            </a:r>
            <a:r>
              <a:rPr lang="pt-BR" b="1" dirty="0">
                <a:solidFill>
                  <a:srgbClr val="7030A0"/>
                </a:solidFill>
              </a:rPr>
              <a:t>minimizar uma função de erro</a:t>
            </a:r>
            <a:r>
              <a:rPr lang="pt-BR" dirty="0"/>
              <a:t>.</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a:t>
            </a:r>
            <a:r>
              <a:rPr lang="pt-BR" dirty="0"/>
              <a:t>.</a:t>
            </a:r>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931907"/>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205754" cy="2397727"/>
          </a:xfrm>
        </p:spPr>
        <p:txBody>
          <a:bodyPr>
            <a:normAutofit/>
          </a:bodyPr>
          <a:lstStyle/>
          <a:p>
            <a:r>
              <a:rPr lang="pt-BR" dirty="0"/>
              <a:t>Em geral,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geral</a:t>
            </a:r>
            <a:r>
              <a:rPr lang="pt-BR" dirty="0"/>
              <a:t>.</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839618"/>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Aplica entradas e 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268191" y="1825624"/>
            <a:ext cx="6854983" cy="5032375"/>
          </a:xfrm>
        </p:spPr>
        <p:txBody>
          <a:bodyPr>
            <a:normAutofit/>
          </a:bodyPr>
          <a:lstStyle/>
          <a:p>
            <a:r>
              <a:rPr lang="pt-BR" dirty="0"/>
              <a:t>Avaliar o erro em conjuntos de validação e teste.</a:t>
            </a:r>
          </a:p>
          <a:p>
            <a:pPr lvl="1">
              <a:buFont typeface="Wingdings" panose="05000000000000000000" pitchFamily="2" charset="2"/>
              <a:buChar char="§"/>
            </a:pPr>
            <a:r>
              <a:rPr lang="pt-BR" dirty="0"/>
              <a:t>O modelo é considerado bom se os </a:t>
            </a:r>
            <a:r>
              <a:rPr lang="pt-BR" b="1" dirty="0"/>
              <a:t>erros de validação e teste forem baixos</a:t>
            </a:r>
            <a:r>
              <a:rPr lang="pt-BR" dirty="0"/>
              <a:t>.</a:t>
            </a:r>
          </a:p>
          <a:p>
            <a:r>
              <a:rPr lang="pt-BR" dirty="0"/>
              <a:t>Comparar o resultado de vários treinamentos com inicializações (pesos e </a:t>
            </a:r>
            <a:r>
              <a:rPr lang="pt-BR" i="1" dirty="0"/>
              <a:t>dataset</a:t>
            </a:r>
            <a:r>
              <a:rPr lang="pt-BR" dirty="0"/>
              <a:t>, e.g., </a:t>
            </a:r>
            <a:r>
              <a:rPr lang="pt-BR" i="1" dirty="0"/>
              <a:t>k-</a:t>
            </a:r>
            <a:r>
              <a:rPr lang="pt-BR" i="1" dirty="0" err="1"/>
              <a:t>fold</a:t>
            </a:r>
            <a:r>
              <a:rPr lang="pt-BR" dirty="0"/>
              <a:t>) diferentes.</a:t>
            </a:r>
          </a:p>
          <a:p>
            <a:pPr lvl="1">
              <a:buFont typeface="Wingdings" panose="05000000000000000000" pitchFamily="2" charset="2"/>
              <a:buChar char="§"/>
            </a:pPr>
            <a:r>
              <a:rPr lang="pt-BR" dirty="0"/>
              <a:t>Se todos os treinamentos convergem para erros parecidos, então o mínimo ou os mínimos encontrados são provavelmente bons.</a:t>
            </a:r>
          </a:p>
          <a:p>
            <a:pPr lvl="1">
              <a:buFont typeface="Wingdings" panose="05000000000000000000" pitchFamily="2" charset="2"/>
              <a:buChar char="§"/>
            </a:pPr>
            <a:r>
              <a:rPr lang="pt-BR" dirty="0"/>
              <a:t>Se os resultados variam muito, então os mínimos podem ser ruins e isso pode indicar sobreajuste do modelo.</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21734" y="2494041"/>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mc:Choice xmlns:a14="http://schemas.microsoft.com/office/drawing/2010/main" Requires="a14">
          <p:sp>
            <p:nvSpPr>
              <p:cNvPr id="6" name="Retângulo 10">
                <a:extLst>
                  <a:ext uri="{FF2B5EF4-FFF2-40B4-BE49-F238E27FC236}">
                    <a16:creationId xmlns:a16="http://schemas.microsoft.com/office/drawing/2014/main"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a16="http://schemas.microsoft.com/office/drawing/2014/main"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a16="http://schemas.microsoft.com/office/drawing/2014/main"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mc:Choice xmlns:a14="http://schemas.microsoft.com/office/drawing/2010/main" Requires="a14">
          <p:sp>
            <p:nvSpPr>
              <p:cNvPr id="9" name="Retângulo 14">
                <a:extLst>
                  <a:ext uri="{FF2B5EF4-FFF2-40B4-BE49-F238E27FC236}">
                    <a16:creationId xmlns:a16="http://schemas.microsoft.com/office/drawing/2014/main"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4E67D-1BE9-7550-5004-A1D19A2907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9194</TotalTime>
  <Words>10866</Words>
  <Application>Microsoft Office PowerPoint</Application>
  <PresentationFormat>Widescreen</PresentationFormat>
  <Paragraphs>955</Paragraphs>
  <Slides>72</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72</vt:i4>
      </vt:variant>
    </vt:vector>
  </HeadingPairs>
  <TitlesOfParts>
    <vt:vector size="81"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PowerPoint Presentation</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Derivada parcial do erro</vt:lpstr>
      <vt:lpstr>Derivada parcial do erro</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1988</cp:revision>
  <dcterms:created xsi:type="dcterms:W3CDTF">2020-01-20T13:50:05Z</dcterms:created>
  <dcterms:modified xsi:type="dcterms:W3CDTF">2026-04-27T17:36:01Z</dcterms:modified>
</cp:coreProperties>
</file>