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417" r:id="rId3"/>
    <p:sldId id="545" r:id="rId4"/>
    <p:sldId id="544" r:id="rId5"/>
    <p:sldId id="553" r:id="rId6"/>
    <p:sldId id="556" r:id="rId7"/>
    <p:sldId id="558" r:id="rId8"/>
    <p:sldId id="445" r:id="rId9"/>
    <p:sldId id="451" r:id="rId10"/>
    <p:sldId id="454" r:id="rId11"/>
    <p:sldId id="453" r:id="rId12"/>
    <p:sldId id="532" r:id="rId13"/>
    <p:sldId id="455" r:id="rId14"/>
    <p:sldId id="448" r:id="rId15"/>
    <p:sldId id="533" r:id="rId16"/>
    <p:sldId id="512" r:id="rId17"/>
    <p:sldId id="563" r:id="rId18"/>
    <p:sldId id="564" r:id="rId19"/>
    <p:sldId id="560" r:id="rId20"/>
    <p:sldId id="561" r:id="rId21"/>
    <p:sldId id="562" r:id="rId22"/>
    <p:sldId id="531" r:id="rId23"/>
    <p:sldId id="552" r:id="rId24"/>
    <p:sldId id="554" r:id="rId25"/>
    <p:sldId id="547" r:id="rId26"/>
    <p:sldId id="557" r:id="rId27"/>
    <p:sldId id="440" r:id="rId28"/>
    <p:sldId id="431" r:id="rId29"/>
    <p:sldId id="549" r:id="rId30"/>
    <p:sldId id="293" r:id="rId31"/>
    <p:sldId id="306" r:id="rId3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18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2.png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7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</a:t>
                </a:r>
                <a:r>
                  <a:rPr lang="pt-BR" dirty="0" err="1">
                    <a:solidFill>
                      <a:schemeClr val="tx1"/>
                    </a:solidFill>
                  </a:rPr>
                  <a:t>relu</a:t>
                </a:r>
                <a:r>
                  <a:rPr lang="pt-BR" dirty="0">
                    <a:solidFill>
                      <a:schemeClr val="tx1"/>
                    </a:solidFill>
                  </a:rPr>
                  <a:t>, linear,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r="-99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:a16="http://schemas.microsoft.com/office/drawing/2014/main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:a16="http://schemas.microsoft.com/office/drawing/2014/main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:a16="http://schemas.microsoft.com/office/drawing/2014/main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:a16="http://schemas.microsoft.com/office/drawing/2014/main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:a16="http://schemas.microsoft.com/office/drawing/2014/main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:a16="http://schemas.microsoft.com/office/drawing/2014/main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:a16="http://schemas.microsoft.com/office/drawing/2014/main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:a16="http://schemas.microsoft.com/office/drawing/2014/main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:a16="http://schemas.microsoft.com/office/drawing/2014/main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:a16="http://schemas.microsoft.com/office/drawing/2014/main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:a16="http://schemas.microsoft.com/office/drawing/2014/main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:a16="http://schemas.microsoft.com/office/drawing/2014/main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:a16="http://schemas.microsoft.com/office/drawing/2014/main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:a16="http://schemas.microsoft.com/office/drawing/2014/main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:a16="http://schemas.microsoft.com/office/drawing/2014/main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:a16="http://schemas.microsoft.com/office/drawing/2014/main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:a16="http://schemas.microsoft.com/office/drawing/2014/main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:a16="http://schemas.microsoft.com/office/drawing/2014/main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:a16="http://schemas.microsoft.com/office/drawing/2014/main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:a16="http://schemas.microsoft.com/office/drawing/2014/main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:a16="http://schemas.microsoft.com/office/drawing/2014/main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:a16="http://schemas.microsoft.com/office/drawing/2014/main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:a16="http://schemas.microsoft.com/office/drawing/2014/main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:a16="http://schemas.microsoft.com/office/drawing/2014/main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:a16="http://schemas.microsoft.com/office/drawing/2014/main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:a16="http://schemas.microsoft.com/office/drawing/2014/main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:a16="http://schemas.microsoft.com/office/drawing/2014/main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:a16="http://schemas.microsoft.com/office/drawing/2014/main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:a16="http://schemas.microsoft.com/office/drawing/2014/main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:a16="http://schemas.microsoft.com/office/drawing/2014/main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:a16="http://schemas.microsoft.com/office/drawing/2014/main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:a16="http://schemas.microsoft.com/office/drawing/2014/main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:a16="http://schemas.microsoft.com/office/drawing/2014/main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:a16="http://schemas.microsoft.com/office/drawing/2014/main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:a16="http://schemas.microsoft.com/office/drawing/2014/main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:a16="http://schemas.microsoft.com/office/drawing/2014/main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:a16="http://schemas.microsoft.com/office/drawing/2014/main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:a16="http://schemas.microsoft.com/office/drawing/2014/main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:a16="http://schemas.microsoft.com/office/drawing/2014/main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:a16="http://schemas.microsoft.com/office/drawing/2014/main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:a16="http://schemas.microsoft.com/office/drawing/2014/main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:a16="http://schemas.microsoft.com/office/drawing/2014/main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:a16="http://schemas.microsoft.com/office/drawing/2014/main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:a16="http://schemas.microsoft.com/office/drawing/2014/main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:a16="http://schemas.microsoft.com/office/drawing/2014/main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:a16="http://schemas.microsoft.com/office/drawing/2014/main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:a16="http://schemas.microsoft.com/office/drawing/2014/main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:a16="http://schemas.microsoft.com/office/drawing/2014/main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:a16="http://schemas.microsoft.com/office/drawing/2014/main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:a16="http://schemas.microsoft.com/office/drawing/2014/main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:a16="http://schemas.microsoft.com/office/drawing/2014/main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:a16="http://schemas.microsoft.com/office/drawing/2014/main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:a16="http://schemas.microsoft.com/office/drawing/2014/main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:a16="http://schemas.microsoft.com/office/drawing/2014/main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:a16="http://schemas.microsoft.com/office/drawing/2014/main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:a16="http://schemas.microsoft.com/office/drawing/2014/main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:a16="http://schemas.microsoft.com/office/drawing/2014/main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:a16="http://schemas.microsoft.com/office/drawing/2014/main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:a16="http://schemas.microsoft.com/office/drawing/2014/main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:a16="http://schemas.microsoft.com/office/drawing/2014/main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:a16="http://schemas.microsoft.com/office/drawing/2014/main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:a16="http://schemas.microsoft.com/office/drawing/2014/main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:a16="http://schemas.microsoft.com/office/drawing/2014/main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:a16="http://schemas.microsoft.com/office/drawing/2014/main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:a16="http://schemas.microsoft.com/office/drawing/2014/main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:a16="http://schemas.microsoft.com/office/drawing/2014/main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:a16="http://schemas.microsoft.com/office/drawing/2014/main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:a16="http://schemas.microsoft.com/office/drawing/2014/main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:a16="http://schemas.microsoft.com/office/drawing/2014/main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:a16="http://schemas.microsoft.com/office/drawing/2014/main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:a16="http://schemas.microsoft.com/office/drawing/2014/main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:a16="http://schemas.microsoft.com/office/drawing/2014/main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:a16="http://schemas.microsoft.com/office/drawing/2014/main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:a16="http://schemas.microsoft.com/office/drawing/2014/main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:a16="http://schemas.microsoft.com/office/drawing/2014/main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:a16="http://schemas.microsoft.com/office/drawing/2014/main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:a16="http://schemas.microsoft.com/office/drawing/2014/main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:a16="http://schemas.microsoft.com/office/drawing/2014/main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:a16="http://schemas.microsoft.com/office/drawing/2014/main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:a16="http://schemas.microsoft.com/office/drawing/2014/main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:a16="http://schemas.microsoft.com/office/drawing/2014/main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:a16="http://schemas.microsoft.com/office/drawing/2014/main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:a16="http://schemas.microsoft.com/office/drawing/2014/main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:a16="http://schemas.microsoft.com/office/drawing/2014/main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:a16="http://schemas.microsoft.com/office/drawing/2014/main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:a16="http://schemas.microsoft.com/office/drawing/2014/main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:a16="http://schemas.microsoft.com/office/drawing/2014/main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:a16="http://schemas.microsoft.com/office/drawing/2014/main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:a16="http://schemas.microsoft.com/office/drawing/2014/main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:a16="http://schemas.microsoft.com/office/drawing/2014/main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:a16="http://schemas.microsoft.com/office/drawing/2014/main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:a16="http://schemas.microsoft.com/office/drawing/2014/main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:a16="http://schemas.microsoft.com/office/drawing/2014/main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:a16="http://schemas.microsoft.com/office/drawing/2014/main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:a16="http://schemas.microsoft.com/office/drawing/2014/main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:a16="http://schemas.microsoft.com/office/drawing/2014/main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:a16="http://schemas.microsoft.com/office/drawing/2014/main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:a16="http://schemas.microsoft.com/office/drawing/2014/main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:a16="http://schemas.microsoft.com/office/drawing/2014/main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:a16="http://schemas.microsoft.com/office/drawing/2014/main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:a16="http://schemas.microsoft.com/office/drawing/2014/main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:a16="http://schemas.microsoft.com/office/drawing/2014/main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:a16="http://schemas.microsoft.com/office/drawing/2014/main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:a16="http://schemas.microsoft.com/office/drawing/2014/main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:a16="http://schemas.microsoft.com/office/drawing/2014/main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:a16="http://schemas.microsoft.com/office/drawing/2014/main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:a16="http://schemas.microsoft.com/office/drawing/2014/main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:a16="http://schemas.microsoft.com/office/drawing/2014/main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:a16="http://schemas.microsoft.com/office/drawing/2014/main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:a16="http://schemas.microsoft.com/office/drawing/2014/main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:a16="http://schemas.microsoft.com/office/drawing/2014/main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:a16="http://schemas.microsoft.com/office/drawing/2014/main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:a16="http://schemas.microsoft.com/office/drawing/2014/main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:a16="http://schemas.microsoft.com/office/drawing/2014/main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:a16="http://schemas.microsoft.com/office/drawing/2014/main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:a16="http://schemas.microsoft.com/office/drawing/2014/main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:a16="http://schemas.microsoft.com/office/drawing/2014/main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:a16="http://schemas.microsoft.com/office/drawing/2014/main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:a16="http://schemas.microsoft.com/office/drawing/2014/main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:a16="http://schemas.microsoft.com/office/drawing/2014/main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:a16="http://schemas.microsoft.com/office/drawing/2014/main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:a16="http://schemas.microsoft.com/office/drawing/2014/main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:a16="http://schemas.microsoft.com/office/drawing/2014/main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:a16="http://schemas.microsoft.com/office/drawing/2014/main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:a16="http://schemas.microsoft.com/office/drawing/2014/main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:a16="http://schemas.microsoft.com/office/drawing/2014/main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:a16="http://schemas.microsoft.com/office/drawing/2014/main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:a16="http://schemas.microsoft.com/office/drawing/2014/main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:a16="http://schemas.microsoft.com/office/drawing/2014/main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:a16="http://schemas.microsoft.com/office/drawing/2014/main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:a16="http://schemas.microsoft.com/office/drawing/2014/main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:a16="http://schemas.microsoft.com/office/drawing/2014/main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:a16="http://schemas.microsoft.com/office/drawing/2014/main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i="1" dirty="0" err="1"/>
              <a:t>deep</a:t>
            </a:r>
            <a:r>
              <a:rPr lang="pt-BR" b="1" i="1" dirty="0"/>
              <a:t> learning </a:t>
            </a:r>
            <a:r>
              <a:rPr lang="pt-BR" b="1" dirty="0"/>
              <a:t>ou aprendizado profundo</a:t>
            </a:r>
            <a:r>
              <a:rPr lang="pt-BR" dirty="0"/>
              <a:t>. </a:t>
            </a:r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:a16="http://schemas.microsoft.com/office/drawing/2014/main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:a16="http://schemas.microsoft.com/office/drawing/2014/main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deep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032697"/>
          </a:xfrm>
        </p:spPr>
        <p:txBody>
          <a:bodyPr>
            <a:normAutofit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>
                <a:solidFill>
                  <a:srgbClr val="1F1F1F"/>
                </a:solidFill>
                <a:latin typeface="Google Sans"/>
              </a:rPr>
              <a:t>Por terem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capacidade de aprendizado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, elas precisam de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quantidade de dados 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para aprenderem uma solução geral.</a:t>
            </a:r>
            <a:endParaRPr lang="pt-BR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34CF7-9755-BAE7-4000-D544554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6C9101-77C6-3FFF-A2E8-B654A260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62E6284-DAF3-CCC0-2E97-62DED7BB1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2212" y="1825624"/>
            <a:ext cx="6199742" cy="5032376"/>
          </a:xfrm>
        </p:spPr>
        <p:txBody>
          <a:bodyPr>
            <a:normAutofit/>
          </a:bodyPr>
          <a:lstStyle/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ativações não lineares </a:t>
            </a:r>
            <a:r>
              <a:rPr lang="pt-BR" dirty="0"/>
              <a:t>(</a:t>
            </a:r>
            <a:r>
              <a:rPr lang="pt-BR" dirty="0" err="1"/>
              <a:t>sigmóide</a:t>
            </a:r>
            <a:r>
              <a:rPr lang="pt-BR" dirty="0"/>
              <a:t>, </a:t>
            </a:r>
            <a:r>
              <a:rPr lang="pt-BR" dirty="0" err="1"/>
              <a:t>relu</a:t>
            </a:r>
            <a:r>
              <a:rPr lang="pt-BR" dirty="0"/>
              <a:t>, etc.) </a:t>
            </a:r>
            <a:r>
              <a:rPr lang="pt-BR" b="1" dirty="0">
                <a:solidFill>
                  <a:srgbClr val="00B050"/>
                </a:solidFill>
              </a:rPr>
              <a:t>e uma camada oculta</a:t>
            </a:r>
            <a:r>
              <a:rPr lang="pt-BR" dirty="0"/>
              <a:t>, podemos </a:t>
            </a:r>
            <a:r>
              <a:rPr lang="pt-BR" b="1" dirty="0">
                <a:solidFill>
                  <a:srgbClr val="7030A0"/>
                </a:solidFill>
              </a:rPr>
              <a:t>aproximar qualquer tipo de função contínua</a:t>
            </a:r>
            <a:r>
              <a:rPr lang="pt-BR" dirty="0"/>
              <a:t>, incluindo o hiperplano, bastando encontrar o número de neurônios necessários.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podemos </a:t>
            </a:r>
            <a:r>
              <a:rPr lang="pt-BR" b="1" dirty="0">
                <a:solidFill>
                  <a:srgbClr val="7030A0"/>
                </a:solidFill>
              </a:rPr>
              <a:t>aproximar até funções com descontinuidades</a:t>
            </a:r>
            <a:r>
              <a:rPr lang="pt-BR" dirty="0"/>
              <a:t>.</a:t>
            </a:r>
          </a:p>
        </p:txBody>
      </p:sp>
      <p:grpSp>
        <p:nvGrpSpPr>
          <p:cNvPr id="66" name="Agrupar 65">
            <a:extLst>
              <a:ext uri="{FF2B5EF4-FFF2-40B4-BE49-F238E27FC236}">
                <a16:creationId xmlns:a16="http://schemas.microsoft.com/office/drawing/2014/main" id="{B3BD654E-3834-5884-693D-E48A5A226231}"/>
              </a:ext>
            </a:extLst>
          </p:cNvPr>
          <p:cNvGrpSpPr/>
          <p:nvPr/>
        </p:nvGrpSpPr>
        <p:grpSpPr>
          <a:xfrm>
            <a:off x="672766" y="2193390"/>
            <a:ext cx="4585688" cy="3664360"/>
            <a:chOff x="556722" y="1510460"/>
            <a:chExt cx="4585688" cy="3664360"/>
          </a:xfrm>
        </p:grpSpPr>
        <p:sp>
          <p:nvSpPr>
            <p:cNvPr id="67" name="Elipse 66">
              <a:extLst>
                <a:ext uri="{FF2B5EF4-FFF2-40B4-BE49-F238E27FC236}">
                  <a16:creationId xmlns:a16="http://schemas.microsoft.com/office/drawing/2014/main" id="{BFDEAF7B-4328-4DD0-BD81-A4CA5709A5FF}"/>
                </a:ext>
              </a:extLst>
            </p:cNvPr>
            <p:cNvSpPr/>
            <p:nvPr/>
          </p:nvSpPr>
          <p:spPr>
            <a:xfrm>
              <a:off x="3016703" y="1652904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8" name="Elipse 67">
              <a:extLst>
                <a:ext uri="{FF2B5EF4-FFF2-40B4-BE49-F238E27FC236}">
                  <a16:creationId xmlns:a16="http://schemas.microsoft.com/office/drawing/2014/main" id="{CEE9F1F1-E906-5A40-14F9-E418A4D3E1A1}"/>
                </a:ext>
              </a:extLst>
            </p:cNvPr>
            <p:cNvSpPr/>
            <p:nvPr/>
          </p:nvSpPr>
          <p:spPr>
            <a:xfrm>
              <a:off x="3016702" y="2422161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68">
              <a:extLst>
                <a:ext uri="{FF2B5EF4-FFF2-40B4-BE49-F238E27FC236}">
                  <a16:creationId xmlns:a16="http://schemas.microsoft.com/office/drawing/2014/main" id="{977650E5-7903-5819-989C-43470FD7403A}"/>
                </a:ext>
              </a:extLst>
            </p:cNvPr>
            <p:cNvSpPr/>
            <p:nvPr/>
          </p:nvSpPr>
          <p:spPr>
            <a:xfrm>
              <a:off x="3016702" y="3201578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69">
              <a:extLst>
                <a:ext uri="{FF2B5EF4-FFF2-40B4-BE49-F238E27FC236}">
                  <a16:creationId xmlns:a16="http://schemas.microsoft.com/office/drawing/2014/main" id="{BC50E317-5888-C2F2-5292-19F8FA0DC711}"/>
                </a:ext>
              </a:extLst>
            </p:cNvPr>
            <p:cNvSpPr/>
            <p:nvPr/>
          </p:nvSpPr>
          <p:spPr>
            <a:xfrm>
              <a:off x="3016702" y="3980995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70">
              <a:extLst>
                <a:ext uri="{FF2B5EF4-FFF2-40B4-BE49-F238E27FC236}">
                  <a16:creationId xmlns:a16="http://schemas.microsoft.com/office/drawing/2014/main" id="{AE90B8F8-4DD1-FB32-F6F0-A8F23AD9F492}"/>
                </a:ext>
              </a:extLst>
            </p:cNvPr>
            <p:cNvSpPr/>
            <p:nvPr/>
          </p:nvSpPr>
          <p:spPr>
            <a:xfrm>
              <a:off x="4010296" y="290214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71">
              <a:extLst>
                <a:ext uri="{FF2B5EF4-FFF2-40B4-BE49-F238E27FC236}">
                  <a16:creationId xmlns:a16="http://schemas.microsoft.com/office/drawing/2014/main" id="{E4CDFA65-C91C-75D7-F531-653335CD8753}"/>
                </a:ext>
              </a:extLst>
            </p:cNvPr>
            <p:cNvSpPr/>
            <p:nvPr/>
          </p:nvSpPr>
          <p:spPr>
            <a:xfrm>
              <a:off x="1810930" y="1652904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72">
              <a:extLst>
                <a:ext uri="{FF2B5EF4-FFF2-40B4-BE49-F238E27FC236}">
                  <a16:creationId xmlns:a16="http://schemas.microsoft.com/office/drawing/2014/main" id="{46F25525-3F80-DCB6-5170-01EDFD9BF845}"/>
                </a:ext>
              </a:extLst>
            </p:cNvPr>
            <p:cNvSpPr/>
            <p:nvPr/>
          </p:nvSpPr>
          <p:spPr>
            <a:xfrm>
              <a:off x="1815642" y="2422158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73">
              <a:extLst>
                <a:ext uri="{FF2B5EF4-FFF2-40B4-BE49-F238E27FC236}">
                  <a16:creationId xmlns:a16="http://schemas.microsoft.com/office/drawing/2014/main" id="{8F4AE6C9-7FA8-D584-B2EC-4D7611102E0C}"/>
                </a:ext>
              </a:extLst>
            </p:cNvPr>
            <p:cNvSpPr/>
            <p:nvPr/>
          </p:nvSpPr>
          <p:spPr>
            <a:xfrm>
              <a:off x="1810930" y="3199252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74">
              <a:extLst>
                <a:ext uri="{FF2B5EF4-FFF2-40B4-BE49-F238E27FC236}">
                  <a16:creationId xmlns:a16="http://schemas.microsoft.com/office/drawing/2014/main" id="{4F5B266E-D446-8BDD-E467-CEFCD55D58F5}"/>
                </a:ext>
              </a:extLst>
            </p:cNvPr>
            <p:cNvCxnSpPr>
              <a:stCxn id="72" idx="6"/>
              <a:endCxn id="67" idx="2"/>
            </p:cNvCxnSpPr>
            <p:nvPr/>
          </p:nvCxnSpPr>
          <p:spPr>
            <a:xfrm>
              <a:off x="2376987" y="1935933"/>
              <a:ext cx="63971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75">
              <a:extLst>
                <a:ext uri="{FF2B5EF4-FFF2-40B4-BE49-F238E27FC236}">
                  <a16:creationId xmlns:a16="http://schemas.microsoft.com/office/drawing/2014/main" id="{97FF4010-18E1-E51B-DA95-E043284458FD}"/>
                </a:ext>
              </a:extLst>
            </p:cNvPr>
            <p:cNvCxnSpPr>
              <a:stCxn id="72" idx="6"/>
              <a:endCxn id="68" idx="2"/>
            </p:cNvCxnSpPr>
            <p:nvPr/>
          </p:nvCxnSpPr>
          <p:spPr>
            <a:xfrm>
              <a:off x="2376987" y="1935933"/>
              <a:ext cx="639715" cy="7692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76">
              <a:extLst>
                <a:ext uri="{FF2B5EF4-FFF2-40B4-BE49-F238E27FC236}">
                  <a16:creationId xmlns:a16="http://schemas.microsoft.com/office/drawing/2014/main" id="{DC9CE4B5-B8A2-F44C-8601-D37A3F829C93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376987" y="1935933"/>
              <a:ext cx="639715" cy="1548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77">
              <a:extLst>
                <a:ext uri="{FF2B5EF4-FFF2-40B4-BE49-F238E27FC236}">
                  <a16:creationId xmlns:a16="http://schemas.microsoft.com/office/drawing/2014/main" id="{24CE3BD1-79C2-193C-A8BD-49562FF1F782}"/>
                </a:ext>
              </a:extLst>
            </p:cNvPr>
            <p:cNvCxnSpPr>
              <a:stCxn id="72" idx="6"/>
              <a:endCxn id="70" idx="2"/>
            </p:cNvCxnSpPr>
            <p:nvPr/>
          </p:nvCxnSpPr>
          <p:spPr>
            <a:xfrm>
              <a:off x="2376987" y="1935933"/>
              <a:ext cx="639715" cy="2328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78">
              <a:extLst>
                <a:ext uri="{FF2B5EF4-FFF2-40B4-BE49-F238E27FC236}">
                  <a16:creationId xmlns:a16="http://schemas.microsoft.com/office/drawing/2014/main" id="{B6389D9A-5725-B210-42E6-1CF099F1D49F}"/>
                </a:ext>
              </a:extLst>
            </p:cNvPr>
            <p:cNvCxnSpPr>
              <a:stCxn id="73" idx="6"/>
              <a:endCxn id="67" idx="2"/>
            </p:cNvCxnSpPr>
            <p:nvPr/>
          </p:nvCxnSpPr>
          <p:spPr>
            <a:xfrm flipV="1">
              <a:off x="2381699" y="1935933"/>
              <a:ext cx="635004" cy="7692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79">
              <a:extLst>
                <a:ext uri="{FF2B5EF4-FFF2-40B4-BE49-F238E27FC236}">
                  <a16:creationId xmlns:a16="http://schemas.microsoft.com/office/drawing/2014/main" id="{CAA2F024-CAF5-9AF3-918C-4FBE9B15E0F4}"/>
                </a:ext>
              </a:extLst>
            </p:cNvPr>
            <p:cNvCxnSpPr>
              <a:stCxn id="74" idx="6"/>
              <a:endCxn id="68" idx="2"/>
            </p:cNvCxnSpPr>
            <p:nvPr/>
          </p:nvCxnSpPr>
          <p:spPr>
            <a:xfrm flipV="1">
              <a:off x="2376987" y="2705190"/>
              <a:ext cx="639715" cy="7770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80">
              <a:extLst>
                <a:ext uri="{FF2B5EF4-FFF2-40B4-BE49-F238E27FC236}">
                  <a16:creationId xmlns:a16="http://schemas.microsoft.com/office/drawing/2014/main" id="{92FBFBB3-6334-2249-6A91-39C40768759A}"/>
                </a:ext>
              </a:extLst>
            </p:cNvPr>
            <p:cNvCxnSpPr>
              <a:stCxn id="73" idx="6"/>
              <a:endCxn id="68" idx="2"/>
            </p:cNvCxnSpPr>
            <p:nvPr/>
          </p:nvCxnSpPr>
          <p:spPr>
            <a:xfrm>
              <a:off x="2381699" y="2705187"/>
              <a:ext cx="635003" cy="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81">
              <a:extLst>
                <a:ext uri="{FF2B5EF4-FFF2-40B4-BE49-F238E27FC236}">
                  <a16:creationId xmlns:a16="http://schemas.microsoft.com/office/drawing/2014/main" id="{F4019106-2020-4F3B-5EEF-E798300878C6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381699" y="2705187"/>
              <a:ext cx="635003" cy="7794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82">
              <a:extLst>
                <a:ext uri="{FF2B5EF4-FFF2-40B4-BE49-F238E27FC236}">
                  <a16:creationId xmlns:a16="http://schemas.microsoft.com/office/drawing/2014/main" id="{FD128195-8916-6A2A-85A0-266998DC35AB}"/>
                </a:ext>
              </a:extLst>
            </p:cNvPr>
            <p:cNvCxnSpPr>
              <a:stCxn id="73" idx="6"/>
              <a:endCxn id="70" idx="2"/>
            </p:cNvCxnSpPr>
            <p:nvPr/>
          </p:nvCxnSpPr>
          <p:spPr>
            <a:xfrm>
              <a:off x="2381699" y="2705187"/>
              <a:ext cx="635003" cy="15588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83">
              <a:extLst>
                <a:ext uri="{FF2B5EF4-FFF2-40B4-BE49-F238E27FC236}">
                  <a16:creationId xmlns:a16="http://schemas.microsoft.com/office/drawing/2014/main" id="{4207899F-CE59-E20A-03D0-B646CCD902D7}"/>
                </a:ext>
              </a:extLst>
            </p:cNvPr>
            <p:cNvCxnSpPr>
              <a:stCxn id="74" idx="6"/>
              <a:endCxn id="67" idx="2"/>
            </p:cNvCxnSpPr>
            <p:nvPr/>
          </p:nvCxnSpPr>
          <p:spPr>
            <a:xfrm flipV="1">
              <a:off x="2376987" y="1935933"/>
              <a:ext cx="639716" cy="15463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84">
              <a:extLst>
                <a:ext uri="{FF2B5EF4-FFF2-40B4-BE49-F238E27FC236}">
                  <a16:creationId xmlns:a16="http://schemas.microsoft.com/office/drawing/2014/main" id="{2D9E46AA-2196-40AC-FAAE-DDC3701EFE2B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376987" y="3482281"/>
              <a:ext cx="639715" cy="23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85">
              <a:extLst>
                <a:ext uri="{FF2B5EF4-FFF2-40B4-BE49-F238E27FC236}">
                  <a16:creationId xmlns:a16="http://schemas.microsoft.com/office/drawing/2014/main" id="{340830F5-22FD-4DF2-20C4-7199D259D05E}"/>
                </a:ext>
              </a:extLst>
            </p:cNvPr>
            <p:cNvCxnSpPr>
              <a:stCxn id="74" idx="6"/>
              <a:endCxn id="70" idx="2"/>
            </p:cNvCxnSpPr>
            <p:nvPr/>
          </p:nvCxnSpPr>
          <p:spPr>
            <a:xfrm>
              <a:off x="2376987" y="3482281"/>
              <a:ext cx="639715" cy="7817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86">
              <a:extLst>
                <a:ext uri="{FF2B5EF4-FFF2-40B4-BE49-F238E27FC236}">
                  <a16:creationId xmlns:a16="http://schemas.microsoft.com/office/drawing/2014/main" id="{0AFA5575-46B5-7D26-003E-A81D8B58303C}"/>
                </a:ext>
              </a:extLst>
            </p:cNvPr>
            <p:cNvCxnSpPr>
              <a:cxnSpLocks/>
              <a:stCxn id="90" idx="3"/>
              <a:endCxn id="72" idx="2"/>
            </p:cNvCxnSpPr>
            <p:nvPr/>
          </p:nvCxnSpPr>
          <p:spPr>
            <a:xfrm flipV="1">
              <a:off x="1235660" y="1935933"/>
              <a:ext cx="575270" cy="39795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to 87">
              <a:extLst>
                <a:ext uri="{FF2B5EF4-FFF2-40B4-BE49-F238E27FC236}">
                  <a16:creationId xmlns:a16="http://schemas.microsoft.com/office/drawing/2014/main" id="{95F2420B-490F-F88B-7163-8FFCF09614EB}"/>
                </a:ext>
              </a:extLst>
            </p:cNvPr>
            <p:cNvCxnSpPr>
              <a:cxnSpLocks/>
              <a:stCxn id="97" idx="3"/>
              <a:endCxn id="73" idx="2"/>
            </p:cNvCxnSpPr>
            <p:nvPr/>
          </p:nvCxnSpPr>
          <p:spPr>
            <a:xfrm flipV="1">
              <a:off x="1192432" y="2705187"/>
              <a:ext cx="623210" cy="1133997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de Seta Reta 88">
              <a:extLst>
                <a:ext uri="{FF2B5EF4-FFF2-40B4-BE49-F238E27FC236}">
                  <a16:creationId xmlns:a16="http://schemas.microsoft.com/office/drawing/2014/main" id="{70111853-53DA-BB6E-D856-62664CB6BA66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 flipV="1">
              <a:off x="4576353" y="3184013"/>
              <a:ext cx="257585" cy="116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CaixaDeTexto 89">
                  <a:extLst>
                    <a:ext uri="{FF2B5EF4-FFF2-40B4-BE49-F238E27FC236}">
                      <a16:creationId xmlns:a16="http://schemas.microsoft.com/office/drawing/2014/main" id="{DA583333-A8EF-D39D-BC21-6E64775505C4}"/>
                    </a:ext>
                  </a:extLst>
                </p:cNvPr>
                <p:cNvSpPr txBox="1"/>
                <p:nvPr/>
              </p:nvSpPr>
              <p:spPr>
                <a:xfrm>
                  <a:off x="853121" y="2149222"/>
                  <a:ext cx="3825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0" name="CaixaDeTexto 89">
                  <a:extLst>
                    <a:ext uri="{FF2B5EF4-FFF2-40B4-BE49-F238E27FC236}">
                      <a16:creationId xmlns:a16="http://schemas.microsoft.com/office/drawing/2014/main" id="{DA583333-A8EF-D39D-BC21-6E647755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3121" y="2149222"/>
                  <a:ext cx="382539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CaixaDeTexto 90">
                  <a:extLst>
                    <a:ext uri="{FF2B5EF4-FFF2-40B4-BE49-F238E27FC236}">
                      <a16:creationId xmlns:a16="http://schemas.microsoft.com/office/drawing/2014/main" id="{939A8917-8C09-106B-A3A4-98895815D8B9}"/>
                    </a:ext>
                  </a:extLst>
                </p:cNvPr>
                <p:cNvSpPr txBox="1"/>
                <p:nvPr/>
              </p:nvSpPr>
              <p:spPr>
                <a:xfrm>
                  <a:off x="816017" y="2897269"/>
                  <a:ext cx="37029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1" name="CaixaDeTexto 90">
                  <a:extLst>
                    <a:ext uri="{FF2B5EF4-FFF2-40B4-BE49-F238E27FC236}">
                      <a16:creationId xmlns:a16="http://schemas.microsoft.com/office/drawing/2014/main" id="{939A8917-8C09-106B-A3A4-98895815D8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017" y="2897269"/>
                  <a:ext cx="37029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2" name="Elipse 91">
              <a:extLst>
                <a:ext uri="{FF2B5EF4-FFF2-40B4-BE49-F238E27FC236}">
                  <a16:creationId xmlns:a16="http://schemas.microsoft.com/office/drawing/2014/main" id="{D7952CA1-2E65-FB2B-8612-41C7DBDD5D69}"/>
                </a:ext>
              </a:extLst>
            </p:cNvPr>
            <p:cNvSpPr/>
            <p:nvPr/>
          </p:nvSpPr>
          <p:spPr>
            <a:xfrm>
              <a:off x="1817998" y="3976344"/>
              <a:ext cx="566057" cy="56605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93" name="Conector de Seta Reta 92">
              <a:extLst>
                <a:ext uri="{FF2B5EF4-FFF2-40B4-BE49-F238E27FC236}">
                  <a16:creationId xmlns:a16="http://schemas.microsoft.com/office/drawing/2014/main" id="{C2DA3FF8-86B2-C513-10C9-4C1FE6A2EACB}"/>
                </a:ext>
              </a:extLst>
            </p:cNvPr>
            <p:cNvCxnSpPr>
              <a:stCxn id="92" idx="6"/>
              <a:endCxn id="70" idx="2"/>
            </p:cNvCxnSpPr>
            <p:nvPr/>
          </p:nvCxnSpPr>
          <p:spPr>
            <a:xfrm>
              <a:off x="2384055" y="4259373"/>
              <a:ext cx="632647" cy="46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de Seta Reta 93">
              <a:extLst>
                <a:ext uri="{FF2B5EF4-FFF2-40B4-BE49-F238E27FC236}">
                  <a16:creationId xmlns:a16="http://schemas.microsoft.com/office/drawing/2014/main" id="{4D87E887-A2CC-73ED-C053-3055976FFBB4}"/>
                </a:ext>
              </a:extLst>
            </p:cNvPr>
            <p:cNvCxnSpPr>
              <a:stCxn id="92" idx="6"/>
              <a:endCxn id="69" idx="2"/>
            </p:cNvCxnSpPr>
            <p:nvPr/>
          </p:nvCxnSpPr>
          <p:spPr>
            <a:xfrm flipV="1">
              <a:off x="2384055" y="3484607"/>
              <a:ext cx="632647" cy="7747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de Seta Reta 94">
              <a:extLst>
                <a:ext uri="{FF2B5EF4-FFF2-40B4-BE49-F238E27FC236}">
                  <a16:creationId xmlns:a16="http://schemas.microsoft.com/office/drawing/2014/main" id="{D3FA4C65-42E1-D2EB-6428-C1D22CA1EEBA}"/>
                </a:ext>
              </a:extLst>
            </p:cNvPr>
            <p:cNvCxnSpPr>
              <a:stCxn id="92" idx="6"/>
              <a:endCxn id="68" idx="2"/>
            </p:cNvCxnSpPr>
            <p:nvPr/>
          </p:nvCxnSpPr>
          <p:spPr>
            <a:xfrm flipV="1">
              <a:off x="2384055" y="2705190"/>
              <a:ext cx="632647" cy="15541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de Seta Reta 95">
              <a:extLst>
                <a:ext uri="{FF2B5EF4-FFF2-40B4-BE49-F238E27FC236}">
                  <a16:creationId xmlns:a16="http://schemas.microsoft.com/office/drawing/2014/main" id="{E468D7FD-3D31-1CCC-BBD3-C0001661F473}"/>
                </a:ext>
              </a:extLst>
            </p:cNvPr>
            <p:cNvCxnSpPr>
              <a:stCxn id="92" idx="6"/>
              <a:endCxn id="67" idx="2"/>
            </p:cNvCxnSpPr>
            <p:nvPr/>
          </p:nvCxnSpPr>
          <p:spPr>
            <a:xfrm flipV="1">
              <a:off x="2384055" y="1935933"/>
              <a:ext cx="632648" cy="232344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CaixaDeTexto 96">
                  <a:extLst>
                    <a:ext uri="{FF2B5EF4-FFF2-40B4-BE49-F238E27FC236}">
                      <a16:creationId xmlns:a16="http://schemas.microsoft.com/office/drawing/2014/main" id="{A85808C2-0EDA-9820-8246-7012042476E5}"/>
                    </a:ext>
                  </a:extLst>
                </p:cNvPr>
                <p:cNvSpPr txBox="1"/>
                <p:nvPr/>
              </p:nvSpPr>
              <p:spPr>
                <a:xfrm>
                  <a:off x="809892" y="3654518"/>
                  <a:ext cx="38254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7" name="CaixaDeTexto 96">
                  <a:extLst>
                    <a:ext uri="{FF2B5EF4-FFF2-40B4-BE49-F238E27FC236}">
                      <a16:creationId xmlns:a16="http://schemas.microsoft.com/office/drawing/2014/main" id="{A85808C2-0EDA-9820-8246-7012042476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9892" y="3654518"/>
                  <a:ext cx="382540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158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ector de Seta Reta 97">
              <a:extLst>
                <a:ext uri="{FF2B5EF4-FFF2-40B4-BE49-F238E27FC236}">
                  <a16:creationId xmlns:a16="http://schemas.microsoft.com/office/drawing/2014/main" id="{F8AB0928-A973-02F0-4375-8499B78DE80F}"/>
                </a:ext>
              </a:extLst>
            </p:cNvPr>
            <p:cNvCxnSpPr>
              <a:cxnSpLocks/>
              <a:stCxn id="91" idx="3"/>
              <a:endCxn id="72" idx="2"/>
            </p:cNvCxnSpPr>
            <p:nvPr/>
          </p:nvCxnSpPr>
          <p:spPr>
            <a:xfrm flipV="1">
              <a:off x="1186307" y="1935933"/>
              <a:ext cx="624623" cy="114600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de Seta Reta 98">
              <a:extLst>
                <a:ext uri="{FF2B5EF4-FFF2-40B4-BE49-F238E27FC236}">
                  <a16:creationId xmlns:a16="http://schemas.microsoft.com/office/drawing/2014/main" id="{BA13EDF4-48D4-F21E-A597-D08FF8D2B701}"/>
                </a:ext>
              </a:extLst>
            </p:cNvPr>
            <p:cNvCxnSpPr>
              <a:cxnSpLocks/>
              <a:stCxn id="91" idx="3"/>
              <a:endCxn id="73" idx="2"/>
            </p:cNvCxnSpPr>
            <p:nvPr/>
          </p:nvCxnSpPr>
          <p:spPr>
            <a:xfrm flipV="1">
              <a:off x="1186307" y="2705187"/>
              <a:ext cx="629335" cy="3767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de Seta Reta 99">
              <a:extLst>
                <a:ext uri="{FF2B5EF4-FFF2-40B4-BE49-F238E27FC236}">
                  <a16:creationId xmlns:a16="http://schemas.microsoft.com/office/drawing/2014/main" id="{114669D2-2269-DDDB-4B97-00F01A939DD8}"/>
                </a:ext>
              </a:extLst>
            </p:cNvPr>
            <p:cNvCxnSpPr>
              <a:stCxn id="97" idx="3"/>
              <a:endCxn id="74" idx="2"/>
            </p:cNvCxnSpPr>
            <p:nvPr/>
          </p:nvCxnSpPr>
          <p:spPr>
            <a:xfrm flipV="1">
              <a:off x="1192432" y="3482281"/>
              <a:ext cx="618498" cy="3569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de Seta Reta 100">
              <a:extLst>
                <a:ext uri="{FF2B5EF4-FFF2-40B4-BE49-F238E27FC236}">
                  <a16:creationId xmlns:a16="http://schemas.microsoft.com/office/drawing/2014/main" id="{65AB823D-D31C-DBBB-677E-4CD61F431FF8}"/>
                </a:ext>
              </a:extLst>
            </p:cNvPr>
            <p:cNvCxnSpPr>
              <a:cxnSpLocks/>
              <a:stCxn id="97" idx="3"/>
              <a:endCxn id="72" idx="2"/>
            </p:cNvCxnSpPr>
            <p:nvPr/>
          </p:nvCxnSpPr>
          <p:spPr>
            <a:xfrm flipV="1">
              <a:off x="1192432" y="1935933"/>
              <a:ext cx="618498" cy="190325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de Seta Reta 101">
              <a:extLst>
                <a:ext uri="{FF2B5EF4-FFF2-40B4-BE49-F238E27FC236}">
                  <a16:creationId xmlns:a16="http://schemas.microsoft.com/office/drawing/2014/main" id="{9FABDF6A-C6A5-B8DE-385C-6F58A91254C2}"/>
                </a:ext>
              </a:extLst>
            </p:cNvPr>
            <p:cNvCxnSpPr>
              <a:cxnSpLocks/>
              <a:stCxn id="91" idx="3"/>
              <a:endCxn id="74" idx="2"/>
            </p:cNvCxnSpPr>
            <p:nvPr/>
          </p:nvCxnSpPr>
          <p:spPr>
            <a:xfrm>
              <a:off x="1186307" y="3081935"/>
              <a:ext cx="624623" cy="4003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de Seta Reta 102">
              <a:extLst>
                <a:ext uri="{FF2B5EF4-FFF2-40B4-BE49-F238E27FC236}">
                  <a16:creationId xmlns:a16="http://schemas.microsoft.com/office/drawing/2014/main" id="{22FF6077-1069-DD2D-9677-6148178989FA}"/>
                </a:ext>
              </a:extLst>
            </p:cNvPr>
            <p:cNvCxnSpPr>
              <a:cxnSpLocks/>
              <a:stCxn id="91" idx="3"/>
              <a:endCxn id="92" idx="2"/>
            </p:cNvCxnSpPr>
            <p:nvPr/>
          </p:nvCxnSpPr>
          <p:spPr>
            <a:xfrm>
              <a:off x="1186307" y="3081935"/>
              <a:ext cx="631691" cy="11774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id="{1005AE2E-6ED6-05B7-C8BB-440615E6AE70}"/>
                </a:ext>
              </a:extLst>
            </p:cNvPr>
            <p:cNvCxnSpPr>
              <a:stCxn id="90" idx="3"/>
              <a:endCxn id="73" idx="2"/>
            </p:cNvCxnSpPr>
            <p:nvPr/>
          </p:nvCxnSpPr>
          <p:spPr>
            <a:xfrm>
              <a:off x="1235660" y="2333888"/>
              <a:ext cx="579982" cy="3712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de Seta Reta 104">
              <a:extLst>
                <a:ext uri="{FF2B5EF4-FFF2-40B4-BE49-F238E27FC236}">
                  <a16:creationId xmlns:a16="http://schemas.microsoft.com/office/drawing/2014/main" id="{FEDAF249-A615-CB9B-FDEA-C6473222AF95}"/>
                </a:ext>
              </a:extLst>
            </p:cNvPr>
            <p:cNvCxnSpPr>
              <a:stCxn id="90" idx="3"/>
              <a:endCxn id="74" idx="2"/>
            </p:cNvCxnSpPr>
            <p:nvPr/>
          </p:nvCxnSpPr>
          <p:spPr>
            <a:xfrm>
              <a:off x="1235660" y="2333888"/>
              <a:ext cx="575270" cy="114839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105">
              <a:extLst>
                <a:ext uri="{FF2B5EF4-FFF2-40B4-BE49-F238E27FC236}">
                  <a16:creationId xmlns:a16="http://schemas.microsoft.com/office/drawing/2014/main" id="{38F01169-FBAE-67CA-A8E3-D3740AED166D}"/>
                </a:ext>
              </a:extLst>
            </p:cNvPr>
            <p:cNvCxnSpPr>
              <a:stCxn id="90" idx="3"/>
              <a:endCxn id="92" idx="2"/>
            </p:cNvCxnSpPr>
            <p:nvPr/>
          </p:nvCxnSpPr>
          <p:spPr>
            <a:xfrm>
              <a:off x="1235660" y="2333888"/>
              <a:ext cx="582338" cy="19254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106">
              <a:extLst>
                <a:ext uri="{FF2B5EF4-FFF2-40B4-BE49-F238E27FC236}">
                  <a16:creationId xmlns:a16="http://schemas.microsoft.com/office/drawing/2014/main" id="{FE0C8B6B-FECC-18B2-764E-A56ED6100763}"/>
                </a:ext>
              </a:extLst>
            </p:cNvPr>
            <p:cNvCxnSpPr>
              <a:stCxn id="97" idx="3"/>
              <a:endCxn id="92" idx="2"/>
            </p:cNvCxnSpPr>
            <p:nvPr/>
          </p:nvCxnSpPr>
          <p:spPr>
            <a:xfrm>
              <a:off x="1192432" y="3839184"/>
              <a:ext cx="625566" cy="4201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107">
              <a:extLst>
                <a:ext uri="{FF2B5EF4-FFF2-40B4-BE49-F238E27FC236}">
                  <a16:creationId xmlns:a16="http://schemas.microsoft.com/office/drawing/2014/main" id="{32040CC7-F78B-77BD-3F5D-F579C2058B88}"/>
                </a:ext>
              </a:extLst>
            </p:cNvPr>
            <p:cNvCxnSpPr>
              <a:cxnSpLocks/>
              <a:stCxn id="67" idx="6"/>
              <a:endCxn id="71" idx="2"/>
            </p:cNvCxnSpPr>
            <p:nvPr/>
          </p:nvCxnSpPr>
          <p:spPr>
            <a:xfrm>
              <a:off x="3582760" y="1935933"/>
              <a:ext cx="427536" cy="12492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108">
              <a:extLst>
                <a:ext uri="{FF2B5EF4-FFF2-40B4-BE49-F238E27FC236}">
                  <a16:creationId xmlns:a16="http://schemas.microsoft.com/office/drawing/2014/main" id="{AF0FDCE5-B140-0A57-0951-279A63064744}"/>
                </a:ext>
              </a:extLst>
            </p:cNvPr>
            <p:cNvCxnSpPr>
              <a:stCxn id="68" idx="6"/>
              <a:endCxn id="71" idx="2"/>
            </p:cNvCxnSpPr>
            <p:nvPr/>
          </p:nvCxnSpPr>
          <p:spPr>
            <a:xfrm>
              <a:off x="3582759" y="2705190"/>
              <a:ext cx="427537" cy="4799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de Seta Reta 109">
              <a:extLst>
                <a:ext uri="{FF2B5EF4-FFF2-40B4-BE49-F238E27FC236}">
                  <a16:creationId xmlns:a16="http://schemas.microsoft.com/office/drawing/2014/main" id="{4BB77024-2C79-20AE-3A68-DD47167249CC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582759" y="3185175"/>
              <a:ext cx="427537" cy="2994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de Seta Reta 110">
              <a:extLst>
                <a:ext uri="{FF2B5EF4-FFF2-40B4-BE49-F238E27FC236}">
                  <a16:creationId xmlns:a16="http://schemas.microsoft.com/office/drawing/2014/main" id="{E2EC43CA-A5E6-6750-8FF0-011418C65F34}"/>
                </a:ext>
              </a:extLst>
            </p:cNvPr>
            <p:cNvCxnSpPr>
              <a:stCxn id="70" idx="6"/>
              <a:endCxn id="71" idx="2"/>
            </p:cNvCxnSpPr>
            <p:nvPr/>
          </p:nvCxnSpPr>
          <p:spPr>
            <a:xfrm flipV="1">
              <a:off x="3582759" y="3185175"/>
              <a:ext cx="427537" cy="10788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CaixaDeTexto 111">
                  <a:extLst>
                    <a:ext uri="{FF2B5EF4-FFF2-40B4-BE49-F238E27FC236}">
                      <a16:creationId xmlns:a16="http://schemas.microsoft.com/office/drawing/2014/main" id="{628E7D7B-296F-803A-4E20-C87F70A277C7}"/>
                    </a:ext>
                  </a:extLst>
                </p:cNvPr>
                <p:cNvSpPr txBox="1"/>
                <p:nvPr/>
              </p:nvSpPr>
              <p:spPr>
                <a:xfrm>
                  <a:off x="4726576" y="2994295"/>
                  <a:ext cx="415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0" name="CaixaDeTexto 49">
                  <a:extLst>
                    <a:ext uri="{FF2B5EF4-FFF2-40B4-BE49-F238E27FC236}">
                      <a16:creationId xmlns:a16="http://schemas.microsoft.com/office/drawing/2014/main" id="{94A78BC0-D497-09A9-5FDB-04C93B6ADD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6576" y="2994295"/>
                  <a:ext cx="415834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6667" r="-19118" b="-666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3" name="CaixaDeTexto 112">
              <a:extLst>
                <a:ext uri="{FF2B5EF4-FFF2-40B4-BE49-F238E27FC236}">
                  <a16:creationId xmlns:a16="http://schemas.microsoft.com/office/drawing/2014/main" id="{66BD17E2-1576-C104-A491-774E7D3A356B}"/>
                </a:ext>
              </a:extLst>
            </p:cNvPr>
            <p:cNvSpPr txBox="1"/>
            <p:nvPr/>
          </p:nvSpPr>
          <p:spPr>
            <a:xfrm>
              <a:off x="556722" y="4709328"/>
              <a:ext cx="97533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14" name="CaixaDeTexto 113">
              <a:extLst>
                <a:ext uri="{FF2B5EF4-FFF2-40B4-BE49-F238E27FC236}">
                  <a16:creationId xmlns:a16="http://schemas.microsoft.com/office/drawing/2014/main" id="{538F3247-E03D-D774-19C8-EEE56C5F03BD}"/>
                </a:ext>
              </a:extLst>
            </p:cNvPr>
            <p:cNvSpPr txBox="1"/>
            <p:nvPr/>
          </p:nvSpPr>
          <p:spPr>
            <a:xfrm>
              <a:off x="1614603" y="4713155"/>
              <a:ext cx="9587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1</a:t>
              </a:r>
            </a:p>
          </p:txBody>
        </p:sp>
        <p:sp>
          <p:nvSpPr>
            <p:cNvPr id="115" name="CaixaDeTexto 114">
              <a:extLst>
                <a:ext uri="{FF2B5EF4-FFF2-40B4-BE49-F238E27FC236}">
                  <a16:creationId xmlns:a16="http://schemas.microsoft.com/office/drawing/2014/main" id="{DF93AB87-AB56-CA4B-28A1-F202B4F1DB0C}"/>
                </a:ext>
              </a:extLst>
            </p:cNvPr>
            <p:cNvSpPr txBox="1"/>
            <p:nvPr/>
          </p:nvSpPr>
          <p:spPr>
            <a:xfrm>
              <a:off x="2820375" y="4713155"/>
              <a:ext cx="9587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2</a:t>
              </a:r>
            </a:p>
          </p:txBody>
        </p:sp>
        <p:sp>
          <p:nvSpPr>
            <p:cNvPr id="116" name="CaixaDeTexto 115">
              <a:extLst>
                <a:ext uri="{FF2B5EF4-FFF2-40B4-BE49-F238E27FC236}">
                  <a16:creationId xmlns:a16="http://schemas.microsoft.com/office/drawing/2014/main" id="{523E5CD0-66B3-4CB6-0732-4B62C41BE524}"/>
                </a:ext>
              </a:extLst>
            </p:cNvPr>
            <p:cNvSpPr txBox="1"/>
            <p:nvPr/>
          </p:nvSpPr>
          <p:spPr>
            <a:xfrm>
              <a:off x="3805654" y="4709328"/>
              <a:ext cx="97533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CaixaDeTexto 116">
                  <a:extLst>
                    <a:ext uri="{FF2B5EF4-FFF2-40B4-BE49-F238E27FC236}">
                      <a16:creationId xmlns:a16="http://schemas.microsoft.com/office/drawing/2014/main" id="{D362566E-E69C-AC89-451E-7400C5699B3D}"/>
                    </a:ext>
                  </a:extLst>
                </p:cNvPr>
                <p:cNvSpPr txBox="1"/>
                <p:nvPr/>
              </p:nvSpPr>
              <p:spPr>
                <a:xfrm flipH="1">
                  <a:off x="671721" y="3363813"/>
                  <a:ext cx="65365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7" name="CaixaDeTexto 116">
                  <a:extLst>
                    <a:ext uri="{FF2B5EF4-FFF2-40B4-BE49-F238E27FC236}">
                      <a16:creationId xmlns:a16="http://schemas.microsoft.com/office/drawing/2014/main" id="{D362566E-E69C-AC89-451E-7400C5699B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671721" y="3363813"/>
                  <a:ext cx="653654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434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8" name="Conector de Seta Reta 117">
              <a:extLst>
                <a:ext uri="{FF2B5EF4-FFF2-40B4-BE49-F238E27FC236}">
                  <a16:creationId xmlns:a16="http://schemas.microsoft.com/office/drawing/2014/main" id="{3F99CA33-8B2C-D3D2-49E8-5F99A7ADD02D}"/>
                </a:ext>
              </a:extLst>
            </p:cNvPr>
            <p:cNvCxnSpPr>
              <a:cxnSpLocks/>
              <a:endCxn id="67" idx="0"/>
            </p:cNvCxnSpPr>
            <p:nvPr/>
          </p:nvCxnSpPr>
          <p:spPr>
            <a:xfrm>
              <a:off x="3299732" y="151046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ector de Seta Reta 118">
              <a:extLst>
                <a:ext uri="{FF2B5EF4-FFF2-40B4-BE49-F238E27FC236}">
                  <a16:creationId xmlns:a16="http://schemas.microsoft.com/office/drawing/2014/main" id="{52A9177E-B13D-216A-20A7-F4D42F93D13C}"/>
                </a:ext>
              </a:extLst>
            </p:cNvPr>
            <p:cNvCxnSpPr>
              <a:cxnSpLocks/>
            </p:cNvCxnSpPr>
            <p:nvPr/>
          </p:nvCxnSpPr>
          <p:spPr>
            <a:xfrm>
              <a:off x="3299732" y="2279714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de Seta Reta 119">
              <a:extLst>
                <a:ext uri="{FF2B5EF4-FFF2-40B4-BE49-F238E27FC236}">
                  <a16:creationId xmlns:a16="http://schemas.microsoft.com/office/drawing/2014/main" id="{A15EE346-61C2-1E3A-0379-9731652D2D0B}"/>
                </a:ext>
              </a:extLst>
            </p:cNvPr>
            <p:cNvCxnSpPr>
              <a:cxnSpLocks/>
            </p:cNvCxnSpPr>
            <p:nvPr/>
          </p:nvCxnSpPr>
          <p:spPr>
            <a:xfrm>
              <a:off x="3299732" y="3056808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de Seta Reta 120">
              <a:extLst>
                <a:ext uri="{FF2B5EF4-FFF2-40B4-BE49-F238E27FC236}">
                  <a16:creationId xmlns:a16="http://schemas.microsoft.com/office/drawing/2014/main" id="{C2F89C8E-9BE0-B2B4-4B48-4D14A746CE81}"/>
                </a:ext>
              </a:extLst>
            </p:cNvPr>
            <p:cNvCxnSpPr>
              <a:cxnSpLocks/>
            </p:cNvCxnSpPr>
            <p:nvPr/>
          </p:nvCxnSpPr>
          <p:spPr>
            <a:xfrm>
              <a:off x="3299732" y="383390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de Seta Reta 121">
              <a:extLst>
                <a:ext uri="{FF2B5EF4-FFF2-40B4-BE49-F238E27FC236}">
                  <a16:creationId xmlns:a16="http://schemas.microsoft.com/office/drawing/2014/main" id="{5EBEBBDC-F2AE-988F-1B60-5F16E31BAD7F}"/>
                </a:ext>
              </a:extLst>
            </p:cNvPr>
            <p:cNvCxnSpPr>
              <a:cxnSpLocks/>
            </p:cNvCxnSpPr>
            <p:nvPr/>
          </p:nvCxnSpPr>
          <p:spPr>
            <a:xfrm>
              <a:off x="2090057" y="1510460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de Seta Reta 122">
              <a:extLst>
                <a:ext uri="{FF2B5EF4-FFF2-40B4-BE49-F238E27FC236}">
                  <a16:creationId xmlns:a16="http://schemas.microsoft.com/office/drawing/2014/main" id="{8A8514E9-AD7F-5F68-DA81-52B70FE93E2B}"/>
                </a:ext>
              </a:extLst>
            </p:cNvPr>
            <p:cNvCxnSpPr>
              <a:cxnSpLocks/>
            </p:cNvCxnSpPr>
            <p:nvPr/>
          </p:nvCxnSpPr>
          <p:spPr>
            <a:xfrm>
              <a:off x="2096407" y="2270965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de Seta Reta 123">
              <a:extLst>
                <a:ext uri="{FF2B5EF4-FFF2-40B4-BE49-F238E27FC236}">
                  <a16:creationId xmlns:a16="http://schemas.microsoft.com/office/drawing/2014/main" id="{5AA7FC99-6BCC-DDE7-9FA2-7C6471151C92}"/>
                </a:ext>
              </a:extLst>
            </p:cNvPr>
            <p:cNvCxnSpPr>
              <a:cxnSpLocks/>
            </p:cNvCxnSpPr>
            <p:nvPr/>
          </p:nvCxnSpPr>
          <p:spPr>
            <a:xfrm>
              <a:off x="2090057" y="3056808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de Seta Reta 124">
              <a:extLst>
                <a:ext uri="{FF2B5EF4-FFF2-40B4-BE49-F238E27FC236}">
                  <a16:creationId xmlns:a16="http://schemas.microsoft.com/office/drawing/2014/main" id="{920FD955-3A08-8332-0AE1-29C7A1B4E22A}"/>
                </a:ext>
              </a:extLst>
            </p:cNvPr>
            <p:cNvCxnSpPr>
              <a:cxnSpLocks/>
            </p:cNvCxnSpPr>
            <p:nvPr/>
          </p:nvCxnSpPr>
          <p:spPr>
            <a:xfrm>
              <a:off x="2090057" y="3831248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ector de Seta Reta 125">
              <a:extLst>
                <a:ext uri="{FF2B5EF4-FFF2-40B4-BE49-F238E27FC236}">
                  <a16:creationId xmlns:a16="http://schemas.microsoft.com/office/drawing/2014/main" id="{C9D09184-C806-96FE-B878-0C50CA1D5BF6}"/>
                </a:ext>
              </a:extLst>
            </p:cNvPr>
            <p:cNvCxnSpPr>
              <a:cxnSpLocks/>
            </p:cNvCxnSpPr>
            <p:nvPr/>
          </p:nvCxnSpPr>
          <p:spPr>
            <a:xfrm>
              <a:off x="4297952" y="2759702"/>
              <a:ext cx="0" cy="1424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8018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independentemente se estamos usando </a:t>
                </a:r>
                <a:r>
                  <a:rPr lang="pt-BR" b="1" i="1" dirty="0"/>
                  <a:t>hiperplanos</a:t>
                </a:r>
                <a:r>
                  <a:rPr lang="pt-BR" dirty="0"/>
                  <a:t>, </a:t>
                </a:r>
                <a:r>
                  <a:rPr lang="pt-BR" b="1" i="1" dirty="0"/>
                  <a:t>polinômios</a:t>
                </a:r>
                <a:r>
                  <a:rPr lang="pt-BR" dirty="0"/>
                  <a:t> ou </a:t>
                </a:r>
                <a:r>
                  <a:rPr lang="pt-BR" b="1" i="1" dirty="0"/>
                  <a:t>redes neurais</a:t>
                </a:r>
                <a:r>
                  <a:rPr lang="pt-BR" dirty="0"/>
                  <a:t>, em todos os casos temos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</a:t>
                </a:r>
                <a:r>
                  <a:rPr lang="pt-BR" dirty="0"/>
                  <a:t> (i.e.,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</a:t>
                </a:r>
                <a:r>
                  <a:rPr lang="pt-BR" dirty="0"/>
                  <a:t>) e o 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seus pesos de forma que o erro seja minimizado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queremos encontrar os pesos que façam com que a função mapeie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com o menor erro possível.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  <a:blipFill>
                <a:blip r:embed="rId2"/>
                <a:stretch>
                  <a:fillRect l="-1980" t="-1937" r="-3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3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4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:a16="http://schemas.microsoft.com/office/drawing/2014/main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8133</TotalTime>
  <Words>3280</Words>
  <Application>Microsoft Office PowerPoint</Application>
  <PresentationFormat>Widescreen</PresentationFormat>
  <Paragraphs>325</Paragraphs>
  <Slides>31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Google Sans</vt:lpstr>
      <vt:lpstr>Söhne</vt:lpstr>
      <vt:lpstr>Wingdings</vt:lpstr>
      <vt:lpstr>Tema do Office</vt:lpstr>
      <vt:lpstr>C24 – Inteligência Artificial: Redes Multilayer Perceptron</vt:lpstr>
      <vt:lpstr>Redes neurais artificiais</vt:lpstr>
      <vt:lpstr>PowerPoint Presentation</vt:lpstr>
      <vt:lpstr>PowerPoint Presentation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PowerPoint Presentation</vt:lpstr>
      <vt:lpstr>Redes neurais artificiais</vt:lpstr>
      <vt:lpstr>Redes neurais artificiais</vt:lpstr>
      <vt:lpstr>Redes neurais artificiais</vt:lpstr>
      <vt:lpstr>O que é deep learning?</vt:lpstr>
      <vt:lpstr>PowerPoint Presentation</vt:lpstr>
      <vt:lpstr>PowerPoint Presentation</vt:lpstr>
      <vt:lpstr>PowerPoint Presentation</vt:lpstr>
      <vt:lpstr>PowerPoint Presentation</vt:lpstr>
      <vt:lpstr>Aproximação universal de funções</vt:lpstr>
      <vt:lpstr>O modelo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1774</cp:revision>
  <dcterms:created xsi:type="dcterms:W3CDTF">2020-01-20T13:50:05Z</dcterms:created>
  <dcterms:modified xsi:type="dcterms:W3CDTF">2026-03-06T15:28:02Z</dcterms:modified>
</cp:coreProperties>
</file>