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423" r:id="rId44"/>
    <p:sldId id="404" r:id="rId45"/>
    <p:sldId id="407" r:id="rId46"/>
    <p:sldId id="588" r:id="rId47"/>
    <p:sldId id="589" r:id="rId48"/>
    <p:sldId id="586" r:id="rId49"/>
    <p:sldId id="587" r:id="rId50"/>
    <p:sldId id="585" r:id="rId51"/>
    <p:sldId id="583" r:id="rId52"/>
    <p:sldId id="592" r:id="rId53"/>
    <p:sldId id="557" r:id="rId54"/>
    <p:sldId id="601" r:id="rId55"/>
    <p:sldId id="593" r:id="rId56"/>
    <p:sldId id="594" r:id="rId57"/>
    <p:sldId id="595" r:id="rId58"/>
    <p:sldId id="596" r:id="rId59"/>
    <p:sldId id="597" r:id="rId60"/>
    <p:sldId id="598" r:id="rId61"/>
    <p:sldId id="599" r:id="rId62"/>
    <p:sldId id="600" r:id="rId63"/>
    <p:sldId id="606" r:id="rId64"/>
    <p:sldId id="405" r:id="rId65"/>
    <p:sldId id="406" r:id="rId6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7893" autoAdjust="0"/>
  </p:normalViewPr>
  <p:slideViewPr>
    <p:cSldViewPr snapToGrid="0">
      <p:cViewPr varScale="1">
        <p:scale>
          <a:sx n="97" d="100"/>
          <a:sy n="97" d="100"/>
        </p:scale>
        <p:origin x="1290"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59.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70.jpe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79.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0.emf"/><Relationship Id="rId4" Type="http://schemas.openxmlformats.org/officeDocument/2006/relationships/image" Target="../media/image82.png"/></Relationships>
</file>

<file path=ppt/slides/_rels/slide5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4.emf"/></Relationships>
</file>

<file path=ppt/slides/_rels/slide5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5.emf"/></Relationships>
</file>

<file path=ppt/slides/_rels/slide58.xml.rels><?xml version="1.0" encoding="UTF-8" standalone="yes"?>
<Relationships xmlns="http://schemas.openxmlformats.org/package/2006/relationships"><Relationship Id="rId8" Type="http://schemas.openxmlformats.org/officeDocument/2006/relationships/image" Target="../media/image85.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4.emf"/><Relationship Id="rId9" Type="http://schemas.openxmlformats.org/officeDocument/2006/relationships/image" Target="../media/image67.png"/></Relationships>
</file>

<file path=ppt/slides/_rels/slide59.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87.png"/><Relationship Id="rId4" Type="http://schemas.openxmlformats.org/officeDocument/2006/relationships/image" Target="../media/image93.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notesSlide" Target="../notesSlides/notesSlide29.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a:t>
            </a:r>
            <a:r>
              <a:rPr lang="pt-BR" b="1" dirty="0"/>
              <a:t>vários mínimos locais, platôs, pontos de sela, etc.</a:t>
            </a:r>
          </a:p>
          <a:p>
            <a:r>
              <a:rPr lang="pt-BR" dirty="0"/>
              <a:t>Essas </a:t>
            </a:r>
            <a:r>
              <a:rPr lang="pt-BR" b="1" dirty="0">
                <a:solidFill>
                  <a:srgbClr val="00B050"/>
                </a:solidFill>
              </a:rPr>
              <a:t>irregularidades dificultam o aprendizado</a:t>
            </a:r>
            <a:r>
              <a:rPr lang="pt-BR" dirty="0"/>
              <a:t>.</a:t>
            </a:r>
          </a:p>
          <a:p>
            <a:endParaRPr lang="pt-BR" dirty="0"/>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8853</TotalTime>
  <Words>9872</Words>
  <Application>Microsoft Office PowerPoint</Application>
  <PresentationFormat>Widescreen</PresentationFormat>
  <Paragraphs>797</Paragraphs>
  <Slides>65</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65</vt:i4>
      </vt:variant>
    </vt:vector>
  </HeadingPairs>
  <TitlesOfParts>
    <vt:vector size="74"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1883</cp:revision>
  <dcterms:created xsi:type="dcterms:W3CDTF">2020-01-20T13:50:05Z</dcterms:created>
  <dcterms:modified xsi:type="dcterms:W3CDTF">2026-03-12T15:07:49Z</dcterms:modified>
</cp:coreProperties>
</file>