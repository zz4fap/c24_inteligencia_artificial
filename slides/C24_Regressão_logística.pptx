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  <Override PartName="/ppt/changesInfos/changesInfo1.xml" ContentType="application/vnd.ms-powerpoint.changes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handoutMasterIdLst>
    <p:handoutMasterId r:id="rId14"/>
  </p:handoutMasterIdLst>
  <p:sldIdLst>
    <p:sldId id="256" r:id="rId2"/>
    <p:sldId id="307" r:id="rId3"/>
    <p:sldId id="308" r:id="rId4"/>
    <p:sldId id="309" r:id="rId5"/>
    <p:sldId id="310" r:id="rId6"/>
    <p:sldId id="311" r:id="rId7"/>
    <p:sldId id="312" r:id="rId8"/>
    <p:sldId id="313" r:id="rId9"/>
    <p:sldId id="293" r:id="rId10"/>
    <p:sldId id="314" r:id="rId11"/>
    <p:sldId id="306" r:id="rId12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78" autoAdjust="0"/>
    <p:restoredTop sz="79540" autoAdjust="0"/>
  </p:normalViewPr>
  <p:slideViewPr>
    <p:cSldViewPr snapToGrid="0">
      <p:cViewPr varScale="1">
        <p:scale>
          <a:sx n="58" d="100"/>
          <a:sy n="58" d="100"/>
        </p:scale>
        <p:origin x="1380" y="72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handoutMaster" Target="handoutMasters/handout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6/01/2026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06/01/2026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=""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06/01/2026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06/01/2026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=""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06/01/2026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=""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06/01/2026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=""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=""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=""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=""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=""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=""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06/01/2026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=""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=""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=""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06/01/2026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=""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=""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=""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06/01/2026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=""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=""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=""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=""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06/01/2026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=""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=""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=""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=""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=""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06/01/2026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=""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=""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=""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06/01/2026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=""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=""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06/01/2026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=""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=""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06/01/2026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=""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 smtClean="0"/>
              <a:t>Felipe A. P. de Figueiredo</a:t>
            </a:r>
            <a:endParaRPr lang="pt-BR" sz="2000" dirty="0"/>
          </a:p>
          <a:p>
            <a:r>
              <a:rPr lang="pt-BR" dirty="0">
                <a:hlinkClick r:id="rId3"/>
              </a:rPr>
              <a:t>f</a:t>
            </a:r>
            <a:r>
              <a:rPr lang="pt-BR" dirty="0" smtClean="0">
                <a:hlinkClick r:id="rId3"/>
              </a:rPr>
              <a:t>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=""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=""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 smtClean="0"/>
              <a:t>C24 – Inteligência Artificial:</a:t>
            </a:r>
            <a:r>
              <a:rPr lang="pt-BR" sz="7200"/>
              <a:t/>
            </a:r>
            <a:br>
              <a:rPr lang="pt-BR" sz="7200"/>
            </a:br>
            <a:r>
              <a:rPr lang="pt-BR" sz="7200" b="1" i="1" smtClean="0"/>
              <a:t>XXX</a:t>
            </a:r>
            <a:endParaRPr lang="pt-BR" sz="7200" b="1" i="1" dirty="0"/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7F5FF925-67DE-CC62-E869-C6E3C1D77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Introdução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7DA84068-671A-9D40-4F76-2C57E4F720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641182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Fundamentação teórica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70715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083FFF02-0FC8-9F0B-AAB0-565FC99EA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Arquitetura e funcionamento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8C5488AE-34B4-EF1D-F674-507FF2FCD1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472595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E1C9F56A-97FC-7CCD-E5BA-3B5E230AD9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A979DAB9-0612-F0CD-7BB1-AF52B98B3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Treinamento e otimização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F22F88A5-87D1-340F-853F-8C2ED8F8C8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069808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B28A9759-CA4F-DA4F-85C2-F6E51DCED2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072F732D-34CE-6153-324F-D7F6821577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Vantagens e desvantagens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62A55622-8E11-E5D7-8EAF-7AE2CCAA33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218112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B9E502FC-4440-F5DA-F299-69CD15E702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Exemplo(s) de aplicação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69359096-6B47-BEA3-55AD-95F90CDC84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325309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B7EBC8F7-03EF-338A-A90B-280A41AF96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Comparação com outros algoritmos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C525BCE7-C19D-7DDA-016A-E3016C398C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014692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=""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3CA32550-8C76-B013-2EC7-989D8C3B19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EF043237-7757-7557-B63E-D4EB5152D4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872649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=""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7883</TotalTime>
  <Words>39</Words>
  <Application>Microsoft Office PowerPoint</Application>
  <PresentationFormat>Widescreen</PresentationFormat>
  <Paragraphs>14</Paragraphs>
  <Slides>11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11</vt:i4>
      </vt:variant>
    </vt:vector>
  </HeadingPairs>
  <TitlesOfParts>
    <vt:vector size="15" baseType="lpstr">
      <vt:lpstr>Arial</vt:lpstr>
      <vt:lpstr>Calibri</vt:lpstr>
      <vt:lpstr>Calibri Light</vt:lpstr>
      <vt:lpstr>Tema do Office</vt:lpstr>
      <vt:lpstr>C24 – Inteligência Artificial: XXX</vt:lpstr>
      <vt:lpstr>Introdução</vt:lpstr>
      <vt:lpstr>Fundamentação teórica</vt:lpstr>
      <vt:lpstr>Arquitetura e funcionamento</vt:lpstr>
      <vt:lpstr>Treinamento e otimização</vt:lpstr>
      <vt:lpstr>Vantagens e desvantagens</vt:lpstr>
      <vt:lpstr>Exemplo(s) de aplicação</vt:lpstr>
      <vt:lpstr>Comparação com outros algoritmos</vt:lpstr>
      <vt:lpstr>Apresentação do PowerPoint</vt:lpstr>
      <vt:lpstr>Referências</vt:lpstr>
      <vt:lpstr>Apresentação do PowerPoint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1728</cp:revision>
  <dcterms:created xsi:type="dcterms:W3CDTF">2020-01-20T13:50:05Z</dcterms:created>
  <dcterms:modified xsi:type="dcterms:W3CDTF">2026-01-07T01:17:47Z</dcterms:modified>
</cp:coreProperties>
</file>